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4" r:id="rId4"/>
    <p:sldId id="265" r:id="rId5"/>
    <p:sldId id="266" r:id="rId6"/>
    <p:sldId id="267" r:id="rId7"/>
    <p:sldId id="263" r:id="rId8"/>
    <p:sldId id="262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DA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591591-248C-4A5F-85DA-51EF064B1F5B}" v="19" dt="2025-11-12T13:28:47.4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28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çois MINARET" userId="adb28e3b60489278" providerId="LiveId" clId="{FD47C505-F23A-492F-98D9-621DCA942E01}"/>
    <pc:docChg chg="undo custSel addSld modSld">
      <pc:chgData name="François MINARET" userId="adb28e3b60489278" providerId="LiveId" clId="{FD47C505-F23A-492F-98D9-621DCA942E01}" dt="2025-11-12T15:46:33.289" v="1038" actId="1076"/>
      <pc:docMkLst>
        <pc:docMk/>
      </pc:docMkLst>
      <pc:sldChg chg="addSp delSp modSp mod">
        <pc:chgData name="François MINARET" userId="adb28e3b60489278" providerId="LiveId" clId="{FD47C505-F23A-492F-98D9-621DCA942E01}" dt="2025-11-11T16:59:17.309" v="43" actId="962"/>
        <pc:sldMkLst>
          <pc:docMk/>
          <pc:sldMk cId="2178862147" sldId="256"/>
        </pc:sldMkLst>
        <pc:spChg chg="mod">
          <ac:chgData name="François MINARET" userId="adb28e3b60489278" providerId="LiveId" clId="{FD47C505-F23A-492F-98D9-621DCA942E01}" dt="2025-11-11T16:57:04.268" v="38" actId="20577"/>
          <ac:spMkLst>
            <pc:docMk/>
            <pc:sldMk cId="2178862147" sldId="256"/>
            <ac:spMk id="12" creationId="{D1CF5CFC-29F7-1DEB-CF42-38E1B378DF70}"/>
          </ac:spMkLst>
        </pc:spChg>
        <pc:spChg chg="del">
          <ac:chgData name="François MINARET" userId="adb28e3b60489278" providerId="LiveId" clId="{FD47C505-F23A-492F-98D9-621DCA942E01}" dt="2025-11-11T16:57:10.612" v="39" actId="478"/>
          <ac:spMkLst>
            <pc:docMk/>
            <pc:sldMk cId="2178862147" sldId="256"/>
            <ac:spMk id="16" creationId="{353E9658-F03D-C150-FA8D-2766B2C07866}"/>
          </ac:spMkLst>
        </pc:spChg>
        <pc:picChg chg="add mod">
          <ac:chgData name="François MINARET" userId="adb28e3b60489278" providerId="LiveId" clId="{FD47C505-F23A-492F-98D9-621DCA942E01}" dt="2025-11-11T16:59:17.309" v="43" actId="962"/>
          <ac:picMkLst>
            <pc:docMk/>
            <pc:sldMk cId="2178862147" sldId="256"/>
            <ac:picMk id="2" creationId="{F5736D46-CA06-7EA8-8BF5-52D1E1EA0924}"/>
          </ac:picMkLst>
        </pc:picChg>
      </pc:sldChg>
      <pc:sldChg chg="addSp delSp modSp mod">
        <pc:chgData name="François MINARET" userId="adb28e3b60489278" providerId="LiveId" clId="{FD47C505-F23A-492F-98D9-621DCA942E01}" dt="2025-11-11T18:26:51.994" v="125" actId="22"/>
        <pc:sldMkLst>
          <pc:docMk/>
          <pc:sldMk cId="646890803" sldId="257"/>
        </pc:sldMkLst>
        <pc:spChg chg="add mod">
          <ac:chgData name="François MINARET" userId="adb28e3b60489278" providerId="LiveId" clId="{FD47C505-F23A-492F-98D9-621DCA942E01}" dt="2025-11-11T18:26:16.132" v="121" actId="108"/>
          <ac:spMkLst>
            <pc:docMk/>
            <pc:sldMk cId="646890803" sldId="257"/>
            <ac:spMk id="2" creationId="{A56C3306-2CD2-1323-629B-B6EA1F2D2F2B}"/>
          </ac:spMkLst>
        </pc:spChg>
        <pc:spChg chg="add mod">
          <ac:chgData name="François MINARET" userId="adb28e3b60489278" providerId="LiveId" clId="{FD47C505-F23A-492F-98D9-621DCA942E01}" dt="2025-11-11T18:26:29.578" v="123" actId="1076"/>
          <ac:spMkLst>
            <pc:docMk/>
            <pc:sldMk cId="646890803" sldId="257"/>
            <ac:spMk id="3" creationId="{6B254675-95F9-D45F-5E83-9F9CF0829CCB}"/>
          </ac:spMkLst>
        </pc:spChg>
        <pc:spChg chg="add del">
          <ac:chgData name="François MINARET" userId="adb28e3b60489278" providerId="LiveId" clId="{FD47C505-F23A-492F-98D9-621DCA942E01}" dt="2025-11-11T18:26:51.994" v="125" actId="22"/>
          <ac:spMkLst>
            <pc:docMk/>
            <pc:sldMk cId="646890803" sldId="257"/>
            <ac:spMk id="5" creationId="{072B57A7-7204-067C-4FF0-55222EA334B2}"/>
          </ac:spMkLst>
        </pc:spChg>
      </pc:sldChg>
      <pc:sldChg chg="addSp modSp mod">
        <pc:chgData name="François MINARET" userId="adb28e3b60489278" providerId="LiveId" clId="{FD47C505-F23A-492F-98D9-621DCA942E01}" dt="2025-11-12T13:35:52.282" v="1023" actId="1076"/>
        <pc:sldMkLst>
          <pc:docMk/>
          <pc:sldMk cId="3339861034" sldId="263"/>
        </pc:sldMkLst>
        <pc:spChg chg="mod">
          <ac:chgData name="François MINARET" userId="adb28e3b60489278" providerId="LiveId" clId="{FD47C505-F23A-492F-98D9-621DCA942E01}" dt="2025-11-12T13:34:45.674" v="1016" actId="255"/>
          <ac:spMkLst>
            <pc:docMk/>
            <pc:sldMk cId="3339861034" sldId="263"/>
            <ac:spMk id="2" creationId="{2C552557-4D3F-FF01-A2FD-72174CD5B210}"/>
          </ac:spMkLst>
        </pc:spChg>
        <pc:spChg chg="add mod">
          <ac:chgData name="François MINARET" userId="adb28e3b60489278" providerId="LiveId" clId="{FD47C505-F23A-492F-98D9-621DCA942E01}" dt="2025-11-12T13:24:38.994" v="645" actId="20577"/>
          <ac:spMkLst>
            <pc:docMk/>
            <pc:sldMk cId="3339861034" sldId="263"/>
            <ac:spMk id="3" creationId="{089C1A79-62CD-F8E1-4BF5-FBC71E8B4032}"/>
          </ac:spMkLst>
        </pc:spChg>
        <pc:spChg chg="add mod">
          <ac:chgData name="François MINARET" userId="adb28e3b60489278" providerId="LiveId" clId="{FD47C505-F23A-492F-98D9-621DCA942E01}" dt="2025-11-12T13:35:52.282" v="1023" actId="1076"/>
          <ac:spMkLst>
            <pc:docMk/>
            <pc:sldMk cId="3339861034" sldId="263"/>
            <ac:spMk id="4" creationId="{1D917FA0-D1DE-1CE3-DDCB-42DF213ADA0E}"/>
          </ac:spMkLst>
        </pc:spChg>
      </pc:sldChg>
      <pc:sldChg chg="delSp modSp add mod">
        <pc:chgData name="François MINARET" userId="adb28e3b60489278" providerId="LiveId" clId="{FD47C505-F23A-492F-98D9-621DCA942E01}" dt="2025-11-11T18:40:08.110" v="455" actId="20577"/>
        <pc:sldMkLst>
          <pc:docMk/>
          <pc:sldMk cId="2477600929" sldId="264"/>
        </pc:sldMkLst>
        <pc:spChg chg="mod">
          <ac:chgData name="François MINARET" userId="adb28e3b60489278" providerId="LiveId" clId="{FD47C505-F23A-492F-98D9-621DCA942E01}" dt="2025-11-11T18:40:08.110" v="455" actId="20577"/>
          <ac:spMkLst>
            <pc:docMk/>
            <pc:sldMk cId="2477600929" sldId="264"/>
            <ac:spMk id="2" creationId="{265CCFC6-B599-4374-C20D-653D97847618}"/>
          </ac:spMkLst>
        </pc:spChg>
        <pc:spChg chg="del mod">
          <ac:chgData name="François MINARET" userId="adb28e3b60489278" providerId="LiveId" clId="{FD47C505-F23A-492F-98D9-621DCA942E01}" dt="2025-11-11T18:33:08.741" v="132" actId="478"/>
          <ac:spMkLst>
            <pc:docMk/>
            <pc:sldMk cId="2477600929" sldId="264"/>
            <ac:spMk id="3" creationId="{E9AA87ED-CF4D-5C8C-9818-2480DEA89941}"/>
          </ac:spMkLst>
        </pc:spChg>
        <pc:spChg chg="mod">
          <ac:chgData name="François MINARET" userId="adb28e3b60489278" providerId="LiveId" clId="{FD47C505-F23A-492F-98D9-621DCA942E01}" dt="2025-11-11T18:27:01.279" v="130" actId="20577"/>
          <ac:spMkLst>
            <pc:docMk/>
            <pc:sldMk cId="2477600929" sldId="264"/>
            <ac:spMk id="6" creationId="{7B57278B-9185-8535-DA4E-2DB223E51496}"/>
          </ac:spMkLst>
        </pc:spChg>
      </pc:sldChg>
      <pc:sldChg chg="addSp delSp modSp add mod">
        <pc:chgData name="François MINARET" userId="adb28e3b60489278" providerId="LiveId" clId="{FD47C505-F23A-492F-98D9-621DCA942E01}" dt="2025-11-12T12:46:24.392" v="500" actId="1076"/>
        <pc:sldMkLst>
          <pc:docMk/>
          <pc:sldMk cId="1675955438" sldId="265"/>
        </pc:sldMkLst>
        <pc:spChg chg="del mod">
          <ac:chgData name="François MINARET" userId="adb28e3b60489278" providerId="LiveId" clId="{FD47C505-F23A-492F-98D9-621DCA942E01}" dt="2025-11-12T12:45:26.593" v="498" actId="478"/>
          <ac:spMkLst>
            <pc:docMk/>
            <pc:sldMk cId="1675955438" sldId="265"/>
            <ac:spMk id="2" creationId="{5DB3F3AA-87EE-0A08-AF7B-2CCEE2461002}"/>
          </ac:spMkLst>
        </pc:spChg>
        <pc:spChg chg="mod">
          <ac:chgData name="François MINARET" userId="adb28e3b60489278" providerId="LiveId" clId="{FD47C505-F23A-492F-98D9-621DCA942E01}" dt="2025-11-12T12:45:17.429" v="496" actId="14100"/>
          <ac:spMkLst>
            <pc:docMk/>
            <pc:sldMk cId="1675955438" sldId="265"/>
            <ac:spMk id="6" creationId="{603351C4-9C4E-3CC5-03C5-03FF0FBC3E24}"/>
          </ac:spMkLst>
        </pc:spChg>
        <pc:picChg chg="add mod">
          <ac:chgData name="François MINARET" userId="adb28e3b60489278" providerId="LiveId" clId="{FD47C505-F23A-492F-98D9-621DCA942E01}" dt="2025-11-12T12:46:24.392" v="500" actId="1076"/>
          <ac:picMkLst>
            <pc:docMk/>
            <pc:sldMk cId="1675955438" sldId="265"/>
            <ac:picMk id="4" creationId="{3A8A1DF7-ADD0-48C3-A2E2-574D25427652}"/>
          </ac:picMkLst>
        </pc:picChg>
      </pc:sldChg>
      <pc:sldChg chg="addSp delSp modSp add mod">
        <pc:chgData name="François MINARET" userId="adb28e3b60489278" providerId="LiveId" clId="{FD47C505-F23A-492F-98D9-621DCA942E01}" dt="2025-11-12T12:51:31.307" v="573" actId="20577"/>
        <pc:sldMkLst>
          <pc:docMk/>
          <pc:sldMk cId="1224273849" sldId="266"/>
        </pc:sldMkLst>
        <pc:spChg chg="add del mod">
          <ac:chgData name="François MINARET" userId="adb28e3b60489278" providerId="LiveId" clId="{FD47C505-F23A-492F-98D9-621DCA942E01}" dt="2025-11-12T12:49:30.986" v="527" actId="478"/>
          <ac:spMkLst>
            <pc:docMk/>
            <pc:sldMk cId="1224273849" sldId="266"/>
            <ac:spMk id="6" creationId="{D10C5529-384F-8282-981A-6820BCE6F45A}"/>
          </ac:spMkLst>
        </pc:spChg>
        <pc:spChg chg="add mod">
          <ac:chgData name="François MINARET" userId="adb28e3b60489278" providerId="LiveId" clId="{FD47C505-F23A-492F-98D9-621DCA942E01}" dt="2025-11-12T12:51:07.999" v="555" actId="1076"/>
          <ac:spMkLst>
            <pc:docMk/>
            <pc:sldMk cId="1224273849" sldId="266"/>
            <ac:spMk id="9" creationId="{398DEEC2-5FFC-4338-B4BF-0C1CF6AA676A}"/>
          </ac:spMkLst>
        </pc:spChg>
        <pc:spChg chg="add mod">
          <ac:chgData name="François MINARET" userId="adb28e3b60489278" providerId="LiveId" clId="{FD47C505-F23A-492F-98D9-621DCA942E01}" dt="2025-11-12T12:51:31.307" v="573" actId="20577"/>
          <ac:spMkLst>
            <pc:docMk/>
            <pc:sldMk cId="1224273849" sldId="266"/>
            <ac:spMk id="10" creationId="{70F8978E-8838-56BC-9782-493AE5244B8F}"/>
          </ac:spMkLst>
        </pc:spChg>
        <pc:picChg chg="add mod">
          <ac:chgData name="François MINARET" userId="adb28e3b60489278" providerId="LiveId" clId="{FD47C505-F23A-492F-98D9-621DCA942E01}" dt="2025-11-12T12:49:40.001" v="530" actId="1076"/>
          <ac:picMkLst>
            <pc:docMk/>
            <pc:sldMk cId="1224273849" sldId="266"/>
            <ac:picMk id="3" creationId="{5724556D-05A0-433C-2A91-E424B1A65008}"/>
          </ac:picMkLst>
        </pc:picChg>
        <pc:picChg chg="del">
          <ac:chgData name="François MINARET" userId="adb28e3b60489278" providerId="LiveId" clId="{FD47C505-F23A-492F-98D9-621DCA942E01}" dt="2025-11-12T12:49:24.958" v="525" actId="478"/>
          <ac:picMkLst>
            <pc:docMk/>
            <pc:sldMk cId="1224273849" sldId="266"/>
            <ac:picMk id="4" creationId="{DA7C2B01-02AF-32AE-AD35-FBC9F06D1B32}"/>
          </ac:picMkLst>
        </pc:picChg>
        <pc:picChg chg="add mod">
          <ac:chgData name="François MINARET" userId="adb28e3b60489278" providerId="LiveId" clId="{FD47C505-F23A-492F-98D9-621DCA942E01}" dt="2025-11-12T12:50:39.450" v="536" actId="14100"/>
          <ac:picMkLst>
            <pc:docMk/>
            <pc:sldMk cId="1224273849" sldId="266"/>
            <ac:picMk id="8" creationId="{0DD4F28F-BA72-5CB4-722A-2F5E0AD93E1F}"/>
          </ac:picMkLst>
        </pc:picChg>
      </pc:sldChg>
      <pc:sldChg chg="addSp delSp modSp add mod setBg">
        <pc:chgData name="François MINARET" userId="adb28e3b60489278" providerId="LiveId" clId="{FD47C505-F23A-492F-98D9-621DCA942E01}" dt="2025-11-12T15:46:33.289" v="1038" actId="1076"/>
        <pc:sldMkLst>
          <pc:docMk/>
          <pc:sldMk cId="3457268658" sldId="267"/>
        </pc:sldMkLst>
        <pc:spChg chg="mod">
          <ac:chgData name="François MINARET" userId="adb28e3b60489278" providerId="LiveId" clId="{FD47C505-F23A-492F-98D9-621DCA942E01}" dt="2025-11-12T13:10:37.847" v="605" actId="26606"/>
          <ac:spMkLst>
            <pc:docMk/>
            <pc:sldMk cId="3457268658" sldId="267"/>
            <ac:spMk id="6" creationId="{6EB8A0AA-2BE8-0C9A-8DBB-3CEC8B6E4977}"/>
          </ac:spMkLst>
        </pc:spChg>
        <pc:spChg chg="del">
          <ac:chgData name="François MINARET" userId="adb28e3b60489278" providerId="LiveId" clId="{FD47C505-F23A-492F-98D9-621DCA942E01}" dt="2025-11-12T12:52:34.241" v="592" actId="478"/>
          <ac:spMkLst>
            <pc:docMk/>
            <pc:sldMk cId="3457268658" sldId="267"/>
            <ac:spMk id="9" creationId="{A44EFE20-F5E9-6A45-D66F-C703D3C4F374}"/>
          </ac:spMkLst>
        </pc:spChg>
        <pc:spChg chg="del">
          <ac:chgData name="François MINARET" userId="adb28e3b60489278" providerId="LiveId" clId="{FD47C505-F23A-492F-98D9-621DCA942E01}" dt="2025-11-12T12:52:31.237" v="591" actId="478"/>
          <ac:spMkLst>
            <pc:docMk/>
            <pc:sldMk cId="3457268658" sldId="267"/>
            <ac:spMk id="10" creationId="{765138F8-13D7-89F8-1D9D-56C1A16FCE2D}"/>
          </ac:spMkLst>
        </pc:spChg>
        <pc:spChg chg="add del">
          <ac:chgData name="François MINARET" userId="adb28e3b60489278" providerId="LiveId" clId="{FD47C505-F23A-492F-98D9-621DCA942E01}" dt="2025-11-12T13:10:37.847" v="605" actId="26606"/>
          <ac:spMkLst>
            <pc:docMk/>
            <pc:sldMk cId="3457268658" sldId="267"/>
            <ac:spMk id="18" creationId="{6A14B83C-B379-41FC-8327-600DA7EFD524}"/>
          </ac:spMkLst>
        </pc:spChg>
        <pc:grpChg chg="add del">
          <ac:chgData name="François MINARET" userId="adb28e3b60489278" providerId="LiveId" clId="{FD47C505-F23A-492F-98D9-621DCA942E01}" dt="2025-11-12T13:10:37.847" v="605" actId="26606"/>
          <ac:grpSpMkLst>
            <pc:docMk/>
            <pc:sldMk cId="3457268658" sldId="267"/>
            <ac:grpSpMk id="20" creationId="{CB018903-3549-4A3B-A9DF-B26757CAA9C6}"/>
          </ac:grpSpMkLst>
        </pc:grpChg>
        <pc:picChg chg="add mod">
          <ac:chgData name="François MINARET" userId="adb28e3b60489278" providerId="LiveId" clId="{FD47C505-F23A-492F-98D9-621DCA942E01}" dt="2025-11-12T15:46:15.178" v="1034" actId="1076"/>
          <ac:picMkLst>
            <pc:docMk/>
            <pc:sldMk cId="3457268658" sldId="267"/>
            <ac:picMk id="3" creationId="{4AC1F37D-763B-B8D6-B6C1-E1B64EFA732B}"/>
          </ac:picMkLst>
        </pc:picChg>
        <pc:picChg chg="del">
          <ac:chgData name="François MINARET" userId="adb28e3b60489278" providerId="LiveId" clId="{FD47C505-F23A-492F-98D9-621DCA942E01}" dt="2025-11-12T12:52:27.116" v="589" actId="478"/>
          <ac:picMkLst>
            <pc:docMk/>
            <pc:sldMk cId="3457268658" sldId="267"/>
            <ac:picMk id="3" creationId="{CF6741F9-2541-D4AF-A788-F874F27CE726}"/>
          </ac:picMkLst>
        </pc:picChg>
        <pc:picChg chg="add del mod">
          <ac:chgData name="François MINARET" userId="adb28e3b60489278" providerId="LiveId" clId="{FD47C505-F23A-492F-98D9-621DCA942E01}" dt="2025-11-12T13:08:57.284" v="596" actId="478"/>
          <ac:picMkLst>
            <pc:docMk/>
            <pc:sldMk cId="3457268658" sldId="267"/>
            <ac:picMk id="4" creationId="{EC7D9E81-C5F3-6950-4625-738C454B39C9}"/>
          </ac:picMkLst>
        </pc:picChg>
        <pc:picChg chg="ord">
          <ac:chgData name="François MINARET" userId="adb28e3b60489278" providerId="LiveId" clId="{FD47C505-F23A-492F-98D9-621DCA942E01}" dt="2025-11-12T13:10:37.847" v="605" actId="26606"/>
          <ac:picMkLst>
            <pc:docMk/>
            <pc:sldMk cId="3457268658" sldId="267"/>
            <ac:picMk id="7" creationId="{08AA9653-3925-6E83-B22C-9FD47C793B02}"/>
          </ac:picMkLst>
        </pc:picChg>
        <pc:picChg chg="del">
          <ac:chgData name="François MINARET" userId="adb28e3b60489278" providerId="LiveId" clId="{FD47C505-F23A-492F-98D9-621DCA942E01}" dt="2025-11-12T12:52:28.767" v="590" actId="478"/>
          <ac:picMkLst>
            <pc:docMk/>
            <pc:sldMk cId="3457268658" sldId="267"/>
            <ac:picMk id="8" creationId="{BAE4AC6C-129A-3B00-659D-17618DB6CC96}"/>
          </ac:picMkLst>
        </pc:picChg>
        <pc:picChg chg="add del mod">
          <ac:chgData name="François MINARET" userId="adb28e3b60489278" providerId="LiveId" clId="{FD47C505-F23A-492F-98D9-621DCA942E01}" dt="2025-11-12T13:11:19.230" v="609" actId="478"/>
          <ac:picMkLst>
            <pc:docMk/>
            <pc:sldMk cId="3457268658" sldId="267"/>
            <ac:picMk id="11" creationId="{116C4FBB-8F65-EC78-A704-F70627581113}"/>
          </ac:picMkLst>
        </pc:picChg>
        <pc:picChg chg="add del mod">
          <ac:chgData name="François MINARET" userId="adb28e3b60489278" providerId="LiveId" clId="{FD47C505-F23A-492F-98D9-621DCA942E01}" dt="2025-11-12T13:11:10.177" v="606" actId="478"/>
          <ac:picMkLst>
            <pc:docMk/>
            <pc:sldMk cId="3457268658" sldId="267"/>
            <ac:picMk id="13" creationId="{B60C9A1A-19D6-537E-0B59-206DF5EF8084}"/>
          </ac:picMkLst>
        </pc:picChg>
        <pc:picChg chg="add mod">
          <ac:chgData name="François MINARET" userId="adb28e3b60489278" providerId="LiveId" clId="{FD47C505-F23A-492F-98D9-621DCA942E01}" dt="2025-11-12T15:46:23.408" v="1036" actId="1076"/>
          <ac:picMkLst>
            <pc:docMk/>
            <pc:sldMk cId="3457268658" sldId="267"/>
            <ac:picMk id="15" creationId="{C564F482-6972-91E9-FA54-70769873564D}"/>
          </ac:picMkLst>
        </pc:picChg>
        <pc:picChg chg="add mod ord">
          <ac:chgData name="François MINARET" userId="adb28e3b60489278" providerId="LiveId" clId="{FD47C505-F23A-492F-98D9-621DCA942E01}" dt="2025-11-12T15:46:33.289" v="1038" actId="1076"/>
          <ac:picMkLst>
            <pc:docMk/>
            <pc:sldMk cId="3457268658" sldId="267"/>
            <ac:picMk id="17" creationId="{EE771727-0E9B-7DEF-E39F-99C9127763D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8C2F27-982B-42A8-94AF-0D45A63E0230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F7E623-16E1-4307-A9A2-8188CE43D1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2004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7ed9f117a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7ed9f117a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15DA6D-E56C-2E44-AF3D-6D645C5AB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8E148CC-BB62-DC81-BF11-855A68F56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B70BDE-2C00-4B13-811B-E50A9CF29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3D3475-AF7A-9850-9B87-B07E48B57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DD8593-6E53-DB49-34CC-4ADF9CFA2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4132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ABFE7-D3AC-9C5D-41E7-772E8BAEC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998229-3273-F95A-5E6D-B475AE6DA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B82F61-90DA-3A88-98CF-22622AC9A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F595BC-64B1-462E-6EAD-CE79F9F06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53CE0C-BF51-5C3B-8A0C-332A0B438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876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2A6C44-4094-4524-4C1A-069FCEA97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BB9E72D-5847-0C39-14D4-D791A1816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F80597-FB82-1DF6-AEC8-AC528C28D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E3EC15-0190-22F6-D613-14A8462B0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78D53B-9684-41EE-7DF5-B779A1484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2403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0D0DD0-1D15-B451-4F97-4C40B5247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C6C98A-CF5D-4CDC-32FA-A319307A8E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2484433-131D-F9BD-3FB5-F5572EA88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1FFF403-2189-B933-2F0C-B04D7F578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A89B1D7-E734-D892-95B2-E3A83384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4344D2D-A032-3907-A397-1B6E896F2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647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DC039D-D255-1FF2-C422-2F3F41699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1B111F-2990-045D-341E-34BDF23AF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891727C-F789-AE4E-BCE4-3EB23A32EF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18E4E0A-6272-0DF7-DA30-F7A33B2C38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B06C329-DCD5-3E5D-1236-91D4171FE4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32AC19A-E7FD-E223-27D0-3E0567415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181647F-9434-1D7B-B5A9-9D3B8ED87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B744FD2-B37B-A487-D0F2-635E80A1D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8402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6A075E-5356-5062-9326-990C3C183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D5C7861-336E-D108-F7C7-B629D241C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1FD0D80-175E-FD6F-C519-4959F9043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28F751E-BA53-9BE1-30B9-68A5410B5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334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64D89B9-05FA-0B2F-0BA5-C16C6F794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ABA1CBB-526E-648D-3E3B-377DD64D1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2C7DC55-2AF9-624F-2BFF-4A5CB4517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9346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945F72-332C-27C8-B442-7F8D044DC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E153C5-15CD-0476-E946-8568368C6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E27AF03-6E94-6FFC-3D5D-E056AD2B9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8E503C4-B844-1130-BA18-540062C1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3BD46CD-8371-DF44-2906-531FE7A71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F25E729-8F44-E959-9906-2F45628A4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3103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2C0FDB-32C5-2305-D8F2-265460C64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F313006-F61A-C1D9-FEC1-24BADCF44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2294C3B-98E8-EA5C-21FE-241F56A26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A38D992-F579-13A6-FEB6-DC3808FC3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A5A3BB4-37F1-0BFF-1175-1BCAFEED1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83EFD3B-750B-9EBD-B01C-5809BB07C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210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EE1073-7948-359E-F22D-54C036F84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75401AC-54FD-C010-976A-7B3A35B3A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A9D02C-9006-091D-EE28-1105EEF88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DC9936-FAAD-A3AC-69B2-212B6996B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03F0A2-E86E-92A1-D47B-803D9DA55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799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6968D63-ED2E-1EA8-05D9-88DE04653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BE67DC7-09B0-0FAD-C864-AB0ADFB07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A6AAAE-9252-A8AE-A74E-87E45AAF8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8D99D1-4959-D50E-7B06-2204FB076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A9EA49-6BEC-5F87-EBD3-BECAEF693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8584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9757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44E9189-C610-CEDC-0A19-B73F68029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71E859C-826D-5D09-4D62-3ACAB2902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15E5F7-B3F5-1EBF-6635-E5C807A81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522001-887D-4F90-93FD-A261D78EF541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AF4CCFA-2BA7-7567-22AB-AB9AAEA4FE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BDE700-A660-CB72-EDFA-18283D6965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8687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nominatim.openstreetmap.org/search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booking.com/searchresults.fr.html" TargetMode="External"/><Relationship Id="rId4" Type="http://schemas.openxmlformats.org/officeDocument/2006/relationships/hyperlink" Target="https://api.open-meteo.com/v1/forecast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4;p13">
            <a:extLst>
              <a:ext uri="{FF2B5EF4-FFF2-40B4-BE49-F238E27FC236}">
                <a16:creationId xmlns:a16="http://schemas.microsoft.com/office/drawing/2014/main" id="{884A2DCC-0870-8B4D-3425-DCE826F4369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35475" y="1710025"/>
            <a:ext cx="1726016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Projet</a:t>
            </a:r>
            <a:endParaRPr sz="40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0" name="Google Shape;55;p13">
            <a:extLst>
              <a:ext uri="{FF2B5EF4-FFF2-40B4-BE49-F238E27FC236}">
                <a16:creationId xmlns:a16="http://schemas.microsoft.com/office/drawing/2014/main" id="{DB28ABAE-4F4A-9243-202B-AF80312CFB1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56;p13">
            <a:extLst>
              <a:ext uri="{FF2B5EF4-FFF2-40B4-BE49-F238E27FC236}">
                <a16:creationId xmlns:a16="http://schemas.microsoft.com/office/drawing/2014/main" id="{5BAED8EC-0DF3-76E2-3749-BADEF061E27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57;p13">
            <a:extLst>
              <a:ext uri="{FF2B5EF4-FFF2-40B4-BE49-F238E27FC236}">
                <a16:creationId xmlns:a16="http://schemas.microsoft.com/office/drawing/2014/main" id="{D1CF5CFC-29F7-1DEB-CF42-38E1B378DF70}"/>
              </a:ext>
            </a:extLst>
          </p:cNvPr>
          <p:cNvSpPr txBox="1">
            <a:spLocks/>
          </p:cNvSpPr>
          <p:nvPr/>
        </p:nvSpPr>
        <p:spPr>
          <a:xfrm>
            <a:off x="735464" y="2457591"/>
            <a:ext cx="5315100" cy="5331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fr-FR" sz="25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Data Collection and management</a:t>
            </a:r>
          </a:p>
        </p:txBody>
      </p:sp>
      <p:pic>
        <p:nvPicPr>
          <p:cNvPr id="2" name="Image 1" descr="Une image contenant capture d’écran, Police, texte, Graphique">
            <a:extLst>
              <a:ext uri="{FF2B5EF4-FFF2-40B4-BE49-F238E27FC236}">
                <a16:creationId xmlns:a16="http://schemas.microsoft.com/office/drawing/2014/main" id="{F5736D46-CA06-7EA8-8BF5-52D1E1EA0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224" y="305313"/>
            <a:ext cx="5315101" cy="319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62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313F31CC-366F-38B2-EE15-BDC8DDE75B4D}"/>
              </a:ext>
            </a:extLst>
          </p:cNvPr>
          <p:cNvSpPr txBox="1">
            <a:spLocks/>
          </p:cNvSpPr>
          <p:nvPr/>
        </p:nvSpPr>
        <p:spPr>
          <a:xfrm>
            <a:off x="846308" y="1361005"/>
            <a:ext cx="10490285" cy="463667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Contexte :</a:t>
            </a:r>
          </a:p>
          <a:p>
            <a:pPr>
              <a:spcBef>
                <a:spcPts val="0"/>
              </a:spcBef>
            </a:pPr>
            <a:b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E2C43E41-2636-DB42-74C3-1C63BCDF211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56C3306-2CD2-1323-629B-B6EA1F2D2F2B}"/>
              </a:ext>
            </a:extLst>
          </p:cNvPr>
          <p:cNvSpPr txBox="1"/>
          <p:nvPr/>
        </p:nvSpPr>
        <p:spPr>
          <a:xfrm>
            <a:off x="1970314" y="2220858"/>
            <a:ext cx="8599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  <a:t>70 % d'entre eux, qui prévoient un voyage, souhaiteraient obtenir davantage d'informations sur leur destination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B254675-95F9-D45F-5E83-9F9CF0829CCB}"/>
              </a:ext>
            </a:extLst>
          </p:cNvPr>
          <p:cNvSpPr txBox="1"/>
          <p:nvPr/>
        </p:nvSpPr>
        <p:spPr>
          <a:xfrm>
            <a:off x="2052850" y="3079176"/>
            <a:ext cx="807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  <a:sym typeface="Arial"/>
              </a:rPr>
              <a:t>Souhait d’une application contenant :</a:t>
            </a:r>
          </a:p>
          <a:p>
            <a:pPr marL="742950" lvl="1" indent="-285750">
              <a:buFontTx/>
              <a:buChar char="-"/>
            </a:pPr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  <a:sym typeface="Arial"/>
              </a:rPr>
              <a:t>Météo </a:t>
            </a:r>
          </a:p>
          <a:p>
            <a:pPr marL="742950" lvl="1" indent="-285750">
              <a:buFontTx/>
              <a:buChar char="-"/>
            </a:pPr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  <a:sym typeface="Arial"/>
              </a:rPr>
              <a:t>Hôtels dans la région</a:t>
            </a:r>
          </a:p>
          <a:p>
            <a:pPr marL="742950" lvl="1" indent="-285750">
              <a:buFontTx/>
              <a:buChar char="-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46890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03CA7-122B-A199-F337-F466D4CB7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7B57278B-9185-8535-DA4E-2DB223E51496}"/>
              </a:ext>
            </a:extLst>
          </p:cNvPr>
          <p:cNvSpPr txBox="1">
            <a:spLocks/>
          </p:cNvSpPr>
          <p:nvPr/>
        </p:nvSpPr>
        <p:spPr>
          <a:xfrm>
            <a:off x="846308" y="1361005"/>
            <a:ext cx="10490285" cy="463667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Data :</a:t>
            </a:r>
          </a:p>
          <a:p>
            <a:pPr>
              <a:spcBef>
                <a:spcPts val="0"/>
              </a:spcBef>
            </a:pPr>
            <a:b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24323672-5BA6-7169-392F-4C3FE45F12C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65CCFC6-B599-4374-C20D-653D97847618}"/>
              </a:ext>
            </a:extLst>
          </p:cNvPr>
          <p:cNvSpPr txBox="1"/>
          <p:nvPr/>
        </p:nvSpPr>
        <p:spPr>
          <a:xfrm>
            <a:off x="1970314" y="2220858"/>
            <a:ext cx="859971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u="sng" dirty="0"/>
              <a:t>One Week In.com</a:t>
            </a:r>
            <a:r>
              <a:rPr lang="fr-FR" dirty="0"/>
              <a:t> donne une liste de 35 villes incontournables en France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Utilisation de </a:t>
            </a:r>
            <a:r>
              <a:rPr lang="fr-FR" dirty="0">
                <a:hlinkClick r:id="rId3"/>
              </a:rPr>
              <a:t>nominatim.openstreetmap.org </a:t>
            </a:r>
            <a:r>
              <a:rPr lang="fr-FR" dirty="0"/>
              <a:t>pour obtenir les </a:t>
            </a:r>
            <a:r>
              <a:rPr lang="fr-FR"/>
              <a:t>coordonnées GPS (API)</a:t>
            </a:r>
            <a:endParaRPr lang="fr-FR" dirty="0"/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Utilisation de </a:t>
            </a:r>
            <a:r>
              <a:rPr lang="fr-FR" dirty="0">
                <a:hlinkClick r:id="rId4"/>
              </a:rPr>
              <a:t>api.open-meteo.com/v1/forecast</a:t>
            </a:r>
            <a:r>
              <a:rPr lang="fr-FR" dirty="0"/>
              <a:t> pour obtenir les données météo pour les jours j+4 à j+11 (API)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Utilisation de </a:t>
            </a:r>
            <a:r>
              <a:rPr lang="fr-FR" dirty="0">
                <a:hlinkClick r:id="rId5"/>
              </a:rPr>
              <a:t>booking.com</a:t>
            </a:r>
            <a:r>
              <a:rPr lang="fr-FR" dirty="0"/>
              <a:t> pour obtenir la liste des </a:t>
            </a:r>
            <a:r>
              <a:rPr lang="fr-FR" dirty="0" err="1"/>
              <a:t>hotels</a:t>
            </a:r>
            <a:r>
              <a:rPr lang="fr-FR" dirty="0"/>
              <a:t> (via </a:t>
            </a:r>
            <a:r>
              <a:rPr lang="fr-FR" dirty="0" err="1"/>
              <a:t>scrapping</a:t>
            </a:r>
            <a:r>
              <a:rPr lang="fr-FR" dirty="0"/>
              <a:t>)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endParaRPr lang="fr-FR" dirty="0">
              <a:solidFill>
                <a:srgbClr val="0E3449"/>
              </a:solidFill>
              <a:latin typeface="Georgia Pro" panose="020F0502020204030204" pitchFamily="18" charset="0"/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477600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A2E78-86AD-4224-2B62-0712CFCD2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603351C4-9C4E-3CC5-03C5-03FF0FBC3E24}"/>
              </a:ext>
            </a:extLst>
          </p:cNvPr>
          <p:cNvSpPr txBox="1">
            <a:spLocks/>
          </p:cNvSpPr>
          <p:nvPr/>
        </p:nvSpPr>
        <p:spPr>
          <a:xfrm>
            <a:off x="846308" y="868756"/>
            <a:ext cx="10490285" cy="512892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Liste des villes :</a:t>
            </a:r>
          </a:p>
          <a:p>
            <a:pPr>
              <a:spcBef>
                <a:spcPts val="0"/>
              </a:spcBef>
            </a:pPr>
            <a:b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7DE25F94-1D71-4CCC-9A64-1CD3FECA2A7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3A8A1DF7-ADD0-48C3-A2E2-574D25427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567" y="1405986"/>
            <a:ext cx="5068007" cy="45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955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390F0-7472-465A-EB14-A15252ED4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D10C5529-384F-8282-981A-6820BCE6F45A}"/>
              </a:ext>
            </a:extLst>
          </p:cNvPr>
          <p:cNvSpPr txBox="1">
            <a:spLocks/>
          </p:cNvSpPr>
          <p:nvPr/>
        </p:nvSpPr>
        <p:spPr>
          <a:xfrm>
            <a:off x="846308" y="868756"/>
            <a:ext cx="10490285" cy="512892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Stockage des données :</a:t>
            </a:r>
          </a:p>
          <a:p>
            <a:pPr>
              <a:spcBef>
                <a:spcPts val="0"/>
              </a:spcBef>
            </a:pPr>
            <a:b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6F8392B4-16BD-1CD1-93BC-9E411C5CD8B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5724556D-05A0-433C-2A91-E424B1A65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07" y="1762610"/>
            <a:ext cx="5116144" cy="436990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DD4F28F-BA72-5CB4-722A-2F5E0AD93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0451" y="2027172"/>
            <a:ext cx="5612319" cy="3970505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398DEEC2-5FFC-4338-B4BF-0C1CF6AA676A}"/>
              </a:ext>
            </a:extLst>
          </p:cNvPr>
          <p:cNvSpPr txBox="1"/>
          <p:nvPr/>
        </p:nvSpPr>
        <p:spPr>
          <a:xfrm>
            <a:off x="1132115" y="6198915"/>
            <a:ext cx="3820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Sur </a:t>
            </a:r>
            <a:r>
              <a:rPr lang="fr-FR" dirty="0" err="1"/>
              <a:t>bucket</a:t>
            </a:r>
            <a:r>
              <a:rPr lang="fr-FR" dirty="0"/>
              <a:t> AWS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0F8978E-8838-56BC-9782-493AE5244B8F}"/>
              </a:ext>
            </a:extLst>
          </p:cNvPr>
          <p:cNvSpPr txBox="1"/>
          <p:nvPr/>
        </p:nvSpPr>
        <p:spPr>
          <a:xfrm>
            <a:off x="6498771" y="6383581"/>
            <a:ext cx="3603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En base sur NEON</a:t>
            </a:r>
          </a:p>
        </p:txBody>
      </p:sp>
    </p:spTree>
    <p:extLst>
      <p:ext uri="{BB962C8B-B14F-4D97-AF65-F5344CB8AC3E}">
        <p14:creationId xmlns:p14="http://schemas.microsoft.com/office/powerpoint/2010/main" val="1224273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9EB05-AD8D-F94C-1C4E-C0D6FFCCC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6EB8A0AA-2BE8-0C9A-8DBB-3CEC8B6E4977}"/>
              </a:ext>
            </a:extLst>
          </p:cNvPr>
          <p:cNvSpPr txBox="1">
            <a:spLocks/>
          </p:cNvSpPr>
          <p:nvPr/>
        </p:nvSpPr>
        <p:spPr>
          <a:xfrm>
            <a:off x="846308" y="868756"/>
            <a:ext cx="10490285" cy="512892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600" b="1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Visualisation :</a:t>
            </a:r>
          </a:p>
          <a:p>
            <a:pPr>
              <a:spcBef>
                <a:spcPts val="0"/>
              </a:spcBef>
            </a:pPr>
            <a:br>
              <a:rPr lang="fr-FR" sz="4500" b="1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08AA9653-3925-6E83-B22C-9FD47C793B0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C564F482-6972-91E9-FA54-707698735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272" y="1735856"/>
            <a:ext cx="3803825" cy="3853226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4AC1F37D-763B-B8D6-B6C1-E1B64EFA7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210" y="1735856"/>
            <a:ext cx="4364015" cy="3853226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EE771727-0E9B-7DEF-E39F-99C9127763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5072" y="1735856"/>
            <a:ext cx="3495733" cy="4010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268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7B6607-01EC-FA88-A5AB-728B1C9BA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4;p13">
            <a:extLst>
              <a:ext uri="{FF2B5EF4-FFF2-40B4-BE49-F238E27FC236}">
                <a16:creationId xmlns:a16="http://schemas.microsoft.com/office/drawing/2014/main" id="{231863AD-3E42-BC3A-2BC0-60050264C08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35475" y="1710025"/>
            <a:ext cx="2794306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Conclusion</a:t>
            </a:r>
            <a:endParaRPr sz="40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1" name="Google Shape;56;p13">
            <a:extLst>
              <a:ext uri="{FF2B5EF4-FFF2-40B4-BE49-F238E27FC236}">
                <a16:creationId xmlns:a16="http://schemas.microsoft.com/office/drawing/2014/main" id="{BA3146BD-9AE2-69EA-BD4E-317D0932B23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C552557-4D3F-FF01-A2FD-72174CD5B210}"/>
              </a:ext>
            </a:extLst>
          </p:cNvPr>
          <p:cNvSpPr txBox="1"/>
          <p:nvPr/>
        </p:nvSpPr>
        <p:spPr>
          <a:xfrm>
            <a:off x="3417901" y="1623662"/>
            <a:ext cx="829231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fr-FR" sz="2000" dirty="0">
                <a:solidFill>
                  <a:srgbClr val="0E3449"/>
                </a:solidFill>
                <a:latin typeface="Inter SemiBold"/>
                <a:ea typeface="Inter SemiBold"/>
              </a:rPr>
              <a:t>Grâce à ce travail il est possible d'offrir une aide à la décision personnalisée en fonction de la météo et de la disponibilité hôtelière.</a:t>
            </a:r>
          </a:p>
          <a:p>
            <a:pPr>
              <a:buClr>
                <a:schemeClr val="bg1"/>
              </a:buClr>
            </a:pPr>
            <a:endParaRPr lang="fr-FR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fr-FR" dirty="0"/>
          </a:p>
        </p:txBody>
      </p:sp>
      <p:sp>
        <p:nvSpPr>
          <p:cNvPr id="3" name="Google Shape;54;p13">
            <a:extLst>
              <a:ext uri="{FF2B5EF4-FFF2-40B4-BE49-F238E27FC236}">
                <a16:creationId xmlns:a16="http://schemas.microsoft.com/office/drawing/2014/main" id="{089C1A79-62CD-F8E1-4BF5-FBC71E8B4032}"/>
              </a:ext>
            </a:extLst>
          </p:cNvPr>
          <p:cNvSpPr txBox="1">
            <a:spLocks/>
          </p:cNvSpPr>
          <p:nvPr/>
        </p:nvSpPr>
        <p:spPr>
          <a:xfrm>
            <a:off x="735474" y="2786741"/>
            <a:ext cx="5273439" cy="617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fr-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Axes d’amélioration :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D917FA0-D1DE-1CE3-DDCB-42DF213ADA0E}"/>
              </a:ext>
            </a:extLst>
          </p:cNvPr>
          <p:cNvSpPr txBox="1"/>
          <p:nvPr/>
        </p:nvSpPr>
        <p:spPr>
          <a:xfrm>
            <a:off x="3417901" y="3355448"/>
            <a:ext cx="829231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E3449"/>
                </a:solidFill>
                <a:latin typeface="Inter SemiBold"/>
                <a:ea typeface="Inter SemiBold"/>
              </a:rPr>
              <a:t>Gestion de critères de sélection (prix, avis, distance, disponibilité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E3449"/>
                </a:solidFill>
                <a:latin typeface="Inter SemiBold"/>
                <a:ea typeface="Inter SemiBold"/>
              </a:rPr>
              <a:t>Choix du tri des meilleurs destinations en fonction des critères météo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E3449"/>
                </a:solidFill>
                <a:latin typeface="Inter SemiBold"/>
                <a:ea typeface="Inter SemiBold"/>
              </a:rPr>
              <a:t>Mise en place d’un choix de villes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E3449"/>
                </a:solidFill>
                <a:latin typeface="Inter SemiBold"/>
                <a:ea typeface="Inter SemiBold"/>
              </a:rPr>
              <a:t>Mettre en place une version Européenne ou mondiale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0E3449"/>
              </a:solidFill>
              <a:latin typeface="Inter SemiBold"/>
              <a:ea typeface="Inter SemiBold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0E3449"/>
              </a:solidFill>
              <a:latin typeface="Inter SemiBold"/>
              <a:ea typeface="Inter SemiBold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E3449"/>
                </a:solidFill>
                <a:latin typeface="Inter SemiBold"/>
                <a:ea typeface="Inter SemiBold"/>
              </a:rPr>
              <a:t>Mise en place d’un système automatisé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E3449"/>
                </a:solidFill>
                <a:latin typeface="Inter SemiBold"/>
                <a:ea typeface="Inter SemiBold"/>
              </a:rPr>
              <a:t>Mise en place d’un </a:t>
            </a:r>
            <a:r>
              <a:rPr lang="fr-FR" sz="2000" dirty="0" err="1">
                <a:solidFill>
                  <a:srgbClr val="0E3449"/>
                </a:solidFill>
                <a:latin typeface="Inter SemiBold"/>
                <a:ea typeface="Inter SemiBold"/>
              </a:rPr>
              <a:t>streamlit</a:t>
            </a:r>
            <a:r>
              <a:rPr lang="fr-FR" sz="2000" dirty="0">
                <a:solidFill>
                  <a:srgbClr val="0E3449"/>
                </a:solidFill>
                <a:latin typeface="Inter SemiBold"/>
                <a:ea typeface="Inter SemiBold"/>
              </a:rPr>
              <a:t> pour </a:t>
            </a:r>
            <a:r>
              <a:rPr lang="fr-FR" sz="2000" dirty="0" err="1">
                <a:solidFill>
                  <a:srgbClr val="0E3449"/>
                </a:solidFill>
                <a:latin typeface="Inter SemiBold"/>
                <a:ea typeface="Inter SemiBold"/>
              </a:rPr>
              <a:t>facilter</a:t>
            </a:r>
            <a:r>
              <a:rPr lang="fr-FR" sz="2000" dirty="0">
                <a:solidFill>
                  <a:srgbClr val="0E3449"/>
                </a:solidFill>
                <a:latin typeface="Inter SemiBold"/>
                <a:ea typeface="Inter SemiBold"/>
              </a:rPr>
              <a:t> la </a:t>
            </a:r>
            <a:r>
              <a:rPr lang="fr-FR" sz="2000" dirty="0" err="1">
                <a:solidFill>
                  <a:srgbClr val="0E3449"/>
                </a:solidFill>
                <a:latin typeface="Inter SemiBold"/>
                <a:ea typeface="Inter SemiBold"/>
              </a:rPr>
              <a:t>comparaisn</a:t>
            </a:r>
            <a:r>
              <a:rPr lang="fr-FR" sz="2000" dirty="0">
                <a:solidFill>
                  <a:srgbClr val="0E3449"/>
                </a:solidFill>
                <a:latin typeface="Inter SemiBold"/>
                <a:ea typeface="Inter SemiBold"/>
              </a:rPr>
              <a:t> entre les destinations</a:t>
            </a:r>
          </a:p>
          <a:p>
            <a:pPr>
              <a:buClr>
                <a:schemeClr val="bg1"/>
              </a:buClr>
            </a:pPr>
            <a:endParaRPr lang="fr-FR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9861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ctrTitle" idx="4294967295"/>
          </p:nvPr>
        </p:nvSpPr>
        <p:spPr>
          <a:xfrm>
            <a:off x="1681433" y="828208"/>
            <a:ext cx="7086800" cy="93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fr" sz="7466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 de votre  attention ! </a:t>
            </a:r>
            <a:endParaRPr sz="7466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4834" y="4008833"/>
            <a:ext cx="6132399" cy="2849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 txBox="1">
            <a:spLocks noGrp="1"/>
          </p:cNvSpPr>
          <p:nvPr>
            <p:ph type="ctrTitle" idx="4294967295"/>
          </p:nvPr>
        </p:nvSpPr>
        <p:spPr>
          <a:xfrm>
            <a:off x="1699685" y="3474724"/>
            <a:ext cx="7086800" cy="93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fr" sz="3200" dirty="0">
                <a:solidFill>
                  <a:srgbClr val="0E3449"/>
                </a:solidFill>
                <a:latin typeface="Inter Medium"/>
                <a:ea typeface="Inter Medium"/>
                <a:cs typeface="Inter Medium"/>
                <a:sym typeface="Inter Medium"/>
              </a:rPr>
              <a:t>Temps d’échange</a:t>
            </a:r>
            <a:endParaRPr sz="3200" dirty="0">
              <a:solidFill>
                <a:srgbClr val="0E344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833" y="643803"/>
            <a:ext cx="769200" cy="514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</TotalTime>
  <Words>224</Words>
  <Application>Microsoft Office PowerPoint</Application>
  <PresentationFormat>Grand écran</PresentationFormat>
  <Paragraphs>40</Paragraphs>
  <Slides>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Georgia Pro</vt:lpstr>
      <vt:lpstr>Inter</vt:lpstr>
      <vt:lpstr>Inter Medium</vt:lpstr>
      <vt:lpstr>Inter SemiBold</vt:lpstr>
      <vt:lpstr>Thème Office</vt:lpstr>
      <vt:lpstr>Projet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Conclusion</vt:lpstr>
      <vt:lpstr>Merci de votre  attention 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François MINARET</dc:creator>
  <cp:lastModifiedBy>François MINARET</cp:lastModifiedBy>
  <cp:revision>1</cp:revision>
  <dcterms:created xsi:type="dcterms:W3CDTF">2025-10-11T09:52:16Z</dcterms:created>
  <dcterms:modified xsi:type="dcterms:W3CDTF">2025-11-12T15:46:35Z</dcterms:modified>
</cp:coreProperties>
</file>