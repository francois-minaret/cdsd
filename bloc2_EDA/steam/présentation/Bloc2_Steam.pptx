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65" r:id="rId5"/>
    <p:sldId id="268" r:id="rId6"/>
    <p:sldId id="266" r:id="rId7"/>
    <p:sldId id="267" r:id="rId8"/>
    <p:sldId id="263" r:id="rId9"/>
    <p:sldId id="262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D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A7CC93-BA69-43A3-9201-09305E6CE894}" v="15" dt="2025-11-18T14:05:18.6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çois MINARET" userId="adb28e3b60489278" providerId="LiveId" clId="{FD47C505-F23A-492F-98D9-621DCA942E01}"/>
    <pc:docChg chg="undo custSel addSld modSld">
      <pc:chgData name="François MINARET" userId="adb28e3b60489278" providerId="LiveId" clId="{FD47C505-F23A-492F-98D9-621DCA942E01}" dt="2025-11-18T17:28:04.650" v="776" actId="962"/>
      <pc:docMkLst>
        <pc:docMk/>
      </pc:docMkLst>
      <pc:sldChg chg="addSp delSp modSp mod">
        <pc:chgData name="François MINARET" userId="adb28e3b60489278" providerId="LiveId" clId="{FD47C505-F23A-492F-98D9-621DCA942E01}" dt="2025-11-15T15:24:28.396" v="119" actId="167"/>
        <pc:sldMkLst>
          <pc:docMk/>
          <pc:sldMk cId="2178862147" sldId="256"/>
        </pc:sldMkLst>
        <pc:spChg chg="mod">
          <ac:chgData name="François MINARET" userId="adb28e3b60489278" providerId="LiveId" clId="{FD47C505-F23A-492F-98D9-621DCA942E01}" dt="2025-11-15T14:58:17.335" v="104" actId="20577"/>
          <ac:spMkLst>
            <pc:docMk/>
            <pc:sldMk cId="2178862147" sldId="256"/>
            <ac:spMk id="12" creationId="{D1CF5CFC-29F7-1DEB-CF42-38E1B378DF70}"/>
          </ac:spMkLst>
        </pc:spChg>
        <pc:picChg chg="add mod ord">
          <ac:chgData name="François MINARET" userId="adb28e3b60489278" providerId="LiveId" clId="{FD47C505-F23A-492F-98D9-621DCA942E01}" dt="2025-11-15T15:24:28.396" v="119" actId="167"/>
          <ac:picMkLst>
            <pc:docMk/>
            <pc:sldMk cId="2178862147" sldId="256"/>
            <ac:picMk id="5" creationId="{AE674FF6-52BA-FF8F-C89E-90DC3B5CB700}"/>
          </ac:picMkLst>
        </pc:picChg>
      </pc:sldChg>
      <pc:sldChg chg="addSp modSp mod">
        <pc:chgData name="François MINARET" userId="adb28e3b60489278" providerId="LiveId" clId="{FD47C505-F23A-492F-98D9-621DCA942E01}" dt="2025-11-15T15:34:26.922" v="269" actId="255"/>
        <pc:sldMkLst>
          <pc:docMk/>
          <pc:sldMk cId="646890803" sldId="257"/>
        </pc:sldMkLst>
        <pc:spChg chg="add mod">
          <ac:chgData name="François MINARET" userId="adb28e3b60489278" providerId="LiveId" clId="{FD47C505-F23A-492F-98D9-621DCA942E01}" dt="2025-11-15T15:34:26.922" v="269" actId="255"/>
          <ac:spMkLst>
            <pc:docMk/>
            <pc:sldMk cId="646890803" sldId="257"/>
            <ac:spMk id="2" creationId="{6CEFAA2C-B98F-E932-16C3-07A8A2B8D790}"/>
          </ac:spMkLst>
        </pc:spChg>
      </pc:sldChg>
      <pc:sldChg chg="modSp mod">
        <pc:chgData name="François MINARET" userId="adb28e3b60489278" providerId="LiveId" clId="{FD47C505-F23A-492F-98D9-621DCA942E01}" dt="2025-11-15T18:18:45.938" v="716" actId="20577"/>
        <pc:sldMkLst>
          <pc:docMk/>
          <pc:sldMk cId="3339861034" sldId="263"/>
        </pc:sldMkLst>
        <pc:spChg chg="mod">
          <ac:chgData name="François MINARET" userId="adb28e3b60489278" providerId="LiveId" clId="{FD47C505-F23A-492F-98D9-621DCA942E01}" dt="2025-11-15T18:18:45.938" v="716" actId="20577"/>
          <ac:spMkLst>
            <pc:docMk/>
            <pc:sldMk cId="3339861034" sldId="263"/>
            <ac:spMk id="2" creationId="{2C552557-4D3F-FF01-A2FD-72174CD5B210}"/>
          </ac:spMkLst>
        </pc:spChg>
      </pc:sldChg>
      <pc:sldChg chg="addSp delSp modSp add mod">
        <pc:chgData name="François MINARET" userId="adb28e3b60489278" providerId="LiveId" clId="{FD47C505-F23A-492F-98D9-621DCA942E01}" dt="2025-11-15T16:08:04.739" v="390" actId="22"/>
        <pc:sldMkLst>
          <pc:docMk/>
          <pc:sldMk cId="3661671923" sldId="264"/>
        </pc:sldMkLst>
        <pc:spChg chg="mod">
          <ac:chgData name="François MINARET" userId="adb28e3b60489278" providerId="LiveId" clId="{FD47C505-F23A-492F-98D9-621DCA942E01}" dt="2025-11-15T16:07:05.941" v="386" actId="255"/>
          <ac:spMkLst>
            <pc:docMk/>
            <pc:sldMk cId="3661671923" sldId="264"/>
            <ac:spMk id="2" creationId="{2E7801C8-829D-A4F5-5833-BC42504DC58D}"/>
          </ac:spMkLst>
        </pc:spChg>
        <pc:spChg chg="mod">
          <ac:chgData name="François MINARET" userId="adb28e3b60489278" providerId="LiveId" clId="{FD47C505-F23A-492F-98D9-621DCA942E01}" dt="2025-11-15T16:07:22.005" v="388" actId="255"/>
          <ac:spMkLst>
            <pc:docMk/>
            <pc:sldMk cId="3661671923" sldId="264"/>
            <ac:spMk id="6" creationId="{AB8AD160-D084-49F6-0B18-A1EB8836057F}"/>
          </ac:spMkLst>
        </pc:spChg>
      </pc:sldChg>
      <pc:sldChg chg="addSp delSp modSp add mod setBg">
        <pc:chgData name="François MINARET" userId="adb28e3b60489278" providerId="LiveId" clId="{FD47C505-F23A-492F-98D9-621DCA942E01}" dt="2025-11-18T14:07:13.029" v="757" actId="26606"/>
        <pc:sldMkLst>
          <pc:docMk/>
          <pc:sldMk cId="4096068584" sldId="265"/>
        </pc:sldMkLst>
        <pc:spChg chg="mod">
          <ac:chgData name="François MINARET" userId="adb28e3b60489278" providerId="LiveId" clId="{FD47C505-F23A-492F-98D9-621DCA942E01}" dt="2025-11-18T14:07:13.029" v="757" actId="26606"/>
          <ac:spMkLst>
            <pc:docMk/>
            <pc:sldMk cId="4096068584" sldId="265"/>
            <ac:spMk id="6" creationId="{903F4F2A-0E16-7DDB-04D4-2E04979B1D6D}"/>
          </ac:spMkLst>
        </pc:spChg>
        <pc:spChg chg="add del">
          <ac:chgData name="François MINARET" userId="adb28e3b60489278" providerId="LiveId" clId="{FD47C505-F23A-492F-98D9-621DCA942E01}" dt="2025-11-18T14:07:13.029" v="757" actId="26606"/>
          <ac:spMkLst>
            <pc:docMk/>
            <pc:sldMk cId="4096068584" sldId="265"/>
            <ac:spMk id="37" creationId="{D898B8EB-E53C-4E72-9817-B4BFCAD73600}"/>
          </ac:spMkLst>
        </pc:spChg>
        <pc:spChg chg="add del">
          <ac:chgData name="François MINARET" userId="adb28e3b60489278" providerId="LiveId" clId="{FD47C505-F23A-492F-98D9-621DCA942E01}" dt="2025-11-18T14:07:13.029" v="757" actId="26606"/>
          <ac:spMkLst>
            <pc:docMk/>
            <pc:sldMk cId="4096068584" sldId="265"/>
            <ac:spMk id="39" creationId="{4E130362-2F35-4AB7-9EA5-DBC0F771A58D}"/>
          </ac:spMkLst>
        </pc:spChg>
        <pc:spChg chg="add del">
          <ac:chgData name="François MINARET" userId="adb28e3b60489278" providerId="LiveId" clId="{FD47C505-F23A-492F-98D9-621DCA942E01}" dt="2025-11-18T14:07:13.029" v="757" actId="26606"/>
          <ac:spMkLst>
            <pc:docMk/>
            <pc:sldMk cId="4096068584" sldId="265"/>
            <ac:spMk id="41" creationId="{56BE988C-7A5B-41EC-A46C-AEA93D8D32FD}"/>
          </ac:spMkLst>
        </pc:spChg>
        <pc:spChg chg="add del">
          <ac:chgData name="François MINARET" userId="adb28e3b60489278" providerId="LiveId" clId="{FD47C505-F23A-492F-98D9-621DCA942E01}" dt="2025-11-18T14:07:13.029" v="757" actId="26606"/>
          <ac:spMkLst>
            <pc:docMk/>
            <pc:sldMk cId="4096068584" sldId="265"/>
            <ac:spMk id="43" creationId="{E3CB1EC0-40A9-4D5E-B7E2-6E3423CE28B2}"/>
          </ac:spMkLst>
        </pc:spChg>
        <pc:spChg chg="add del">
          <ac:chgData name="François MINARET" userId="adb28e3b60489278" providerId="LiveId" clId="{FD47C505-F23A-492F-98D9-621DCA942E01}" dt="2025-11-18T14:07:13.029" v="757" actId="26606"/>
          <ac:spMkLst>
            <pc:docMk/>
            <pc:sldMk cId="4096068584" sldId="265"/>
            <ac:spMk id="45" creationId="{DCBE52EF-2889-423F-947C-0E44A760D696}"/>
          </ac:spMkLst>
        </pc:spChg>
        <pc:spChg chg="add">
          <ac:chgData name="François MINARET" userId="adb28e3b60489278" providerId="LiveId" clId="{FD47C505-F23A-492F-98D9-621DCA942E01}" dt="2025-11-18T14:07:13.029" v="757" actId="26606"/>
          <ac:spMkLst>
            <pc:docMk/>
            <pc:sldMk cId="4096068584" sldId="265"/>
            <ac:spMk id="50" creationId="{18ED5DE8-CA8B-4332-9D76-60AD9B81830E}"/>
          </ac:spMkLst>
        </pc:spChg>
        <pc:spChg chg="add">
          <ac:chgData name="François MINARET" userId="adb28e3b60489278" providerId="LiveId" clId="{FD47C505-F23A-492F-98D9-621DCA942E01}" dt="2025-11-18T14:07:13.029" v="757" actId="26606"/>
          <ac:spMkLst>
            <pc:docMk/>
            <pc:sldMk cId="4096068584" sldId="265"/>
            <ac:spMk id="56" creationId="{04357C93-F0CB-4A1C-8F77-4E9063789819}"/>
          </ac:spMkLst>
        </pc:spChg>
        <pc:picChg chg="add del mod">
          <ac:chgData name="François MINARET" userId="adb28e3b60489278" providerId="LiveId" clId="{FD47C505-F23A-492F-98D9-621DCA942E01}" dt="2025-11-18T14:05:30.358" v="741" actId="478"/>
          <ac:picMkLst>
            <pc:docMk/>
            <pc:sldMk cId="4096068584" sldId="265"/>
            <ac:picMk id="3" creationId="{E1C1E914-AEFA-9550-DCBB-C42A2D582AB7}"/>
          </ac:picMkLst>
        </pc:picChg>
        <pc:picChg chg="add mod ord">
          <ac:chgData name="François MINARET" userId="adb28e3b60489278" providerId="LiveId" clId="{FD47C505-F23A-492F-98D9-621DCA942E01}" dt="2025-11-18T14:05:42.663" v="743" actId="26606"/>
          <ac:picMkLst>
            <pc:docMk/>
            <pc:sldMk cId="4096068584" sldId="265"/>
            <ac:picMk id="5" creationId="{C5790421-7C53-3529-03B0-710BF7978B6C}"/>
          </ac:picMkLst>
        </pc:picChg>
        <pc:picChg chg="mod ord">
          <ac:chgData name="François MINARET" userId="adb28e3b60489278" providerId="LiveId" clId="{FD47C505-F23A-492F-98D9-621DCA942E01}" dt="2025-11-18T14:05:46.653" v="744" actId="1076"/>
          <ac:picMkLst>
            <pc:docMk/>
            <pc:sldMk cId="4096068584" sldId="265"/>
            <ac:picMk id="7" creationId="{F2A47A94-B1D9-30FE-DC50-9E7D540AA414}"/>
          </ac:picMkLst>
        </pc:picChg>
        <pc:picChg chg="add del mod">
          <ac:chgData name="François MINARET" userId="adb28e3b60489278" providerId="LiveId" clId="{FD47C505-F23A-492F-98D9-621DCA942E01}" dt="2025-11-18T14:05:28.653" v="740" actId="478"/>
          <ac:picMkLst>
            <pc:docMk/>
            <pc:sldMk cId="4096068584" sldId="265"/>
            <ac:picMk id="8" creationId="{8D7B217E-D4AE-0462-FA68-6F4C7FECB2E1}"/>
          </ac:picMkLst>
        </pc:picChg>
        <pc:picChg chg="add mod ord">
          <ac:chgData name="François MINARET" userId="adb28e3b60489278" providerId="LiveId" clId="{FD47C505-F23A-492F-98D9-621DCA942E01}" dt="2025-11-18T14:07:13.029" v="757" actId="26606"/>
          <ac:picMkLst>
            <pc:docMk/>
            <pc:sldMk cId="4096068584" sldId="265"/>
            <ac:picMk id="10" creationId="{80496E94-880C-1E05-6683-08E25016BF18}"/>
          </ac:picMkLst>
        </pc:picChg>
        <pc:picChg chg="add mod ord">
          <ac:chgData name="François MINARET" userId="adb28e3b60489278" providerId="LiveId" clId="{FD47C505-F23A-492F-98D9-621DCA942E01}" dt="2025-11-18T14:05:42.663" v="743" actId="26606"/>
          <ac:picMkLst>
            <pc:docMk/>
            <pc:sldMk cId="4096068584" sldId="265"/>
            <ac:picMk id="15" creationId="{0EBDE24E-EDC2-9106-112B-1CBA8D98CA93}"/>
          </ac:picMkLst>
        </pc:picChg>
        <pc:picChg chg="add mod">
          <ac:chgData name="François MINARET" userId="adb28e3b60489278" providerId="LiveId" clId="{FD47C505-F23A-492F-98D9-621DCA942E01}" dt="2025-11-18T14:07:13.029" v="757" actId="26606"/>
          <ac:picMkLst>
            <pc:docMk/>
            <pc:sldMk cId="4096068584" sldId="265"/>
            <ac:picMk id="17" creationId="{72708CD2-C701-A466-4283-88C079F304D7}"/>
          </ac:picMkLst>
        </pc:picChg>
        <pc:picChg chg="add del mod">
          <ac:chgData name="François MINARET" userId="adb28e3b60489278" providerId="LiveId" clId="{FD47C505-F23A-492F-98D9-621DCA942E01}" dt="2025-11-18T14:05:32.791" v="742" actId="478"/>
          <ac:picMkLst>
            <pc:docMk/>
            <pc:sldMk cId="4096068584" sldId="265"/>
            <ac:picMk id="19" creationId="{DF5AAF63-C2D2-656E-8CF3-40A746455A21}"/>
          </ac:picMkLst>
        </pc:picChg>
        <pc:picChg chg="add del mod ord">
          <ac:chgData name="François MINARET" userId="adb28e3b60489278" providerId="LiveId" clId="{FD47C505-F23A-492F-98D9-621DCA942E01}" dt="2025-11-18T14:07:05.851" v="754" actId="478"/>
          <ac:picMkLst>
            <pc:docMk/>
            <pc:sldMk cId="4096068584" sldId="265"/>
            <ac:picMk id="21" creationId="{B2C5AD16-7224-5B83-9CCE-1F319367AEDD}"/>
          </ac:picMkLst>
        </pc:picChg>
      </pc:sldChg>
      <pc:sldChg chg="addSp delSp modSp add mod setBg delDesignElem">
        <pc:chgData name="François MINARET" userId="adb28e3b60489278" providerId="LiveId" clId="{FD47C505-F23A-492F-98D9-621DCA942E01}" dt="2025-11-18T14:07:28.468" v="760" actId="26606"/>
        <pc:sldMkLst>
          <pc:docMk/>
          <pc:sldMk cId="3344947403" sldId="266"/>
        </pc:sldMkLst>
        <pc:spChg chg="mod">
          <ac:chgData name="François MINARET" userId="adb28e3b60489278" providerId="LiveId" clId="{FD47C505-F23A-492F-98D9-621DCA942E01}" dt="2025-11-18T14:07:28.468" v="760" actId="26606"/>
          <ac:spMkLst>
            <pc:docMk/>
            <pc:sldMk cId="3344947403" sldId="266"/>
            <ac:spMk id="6" creationId="{13BDE35A-E60D-962F-CB8C-AF8CA37D5C03}"/>
          </ac:spMkLst>
        </pc:spChg>
        <pc:spChg chg="add del">
          <ac:chgData name="François MINARET" userId="adb28e3b60489278" providerId="LiveId" clId="{FD47C505-F23A-492F-98D9-621DCA942E01}" dt="2025-11-18T14:07:28.468" v="760" actId="26606"/>
          <ac:spMkLst>
            <pc:docMk/>
            <pc:sldMk cId="3344947403" sldId="266"/>
            <ac:spMk id="14" creationId="{18F923FF-DD0C-4FD3-A1B4-68DFA511C82D}"/>
          </ac:spMkLst>
        </pc:spChg>
        <pc:spChg chg="add del">
          <ac:chgData name="François MINARET" userId="adb28e3b60489278" providerId="LiveId" clId="{FD47C505-F23A-492F-98D9-621DCA942E01}" dt="2025-11-18T14:07:28.468" v="760" actId="26606"/>
          <ac:spMkLst>
            <pc:docMk/>
            <pc:sldMk cId="3344947403" sldId="266"/>
            <ac:spMk id="16" creationId="{114A821F-8663-46BA-8CC0-D4C44F639F3A}"/>
          </ac:spMkLst>
        </pc:spChg>
        <pc:spChg chg="add del">
          <ac:chgData name="François MINARET" userId="adb28e3b60489278" providerId="LiveId" clId="{FD47C505-F23A-492F-98D9-621DCA942E01}" dt="2025-11-18T14:07:28.468" v="760" actId="26606"/>
          <ac:spMkLst>
            <pc:docMk/>
            <pc:sldMk cId="3344947403" sldId="266"/>
            <ac:spMk id="18" creationId="{67EF550F-47CE-4FB2-9DAC-12AD835C833D}"/>
          </ac:spMkLst>
        </pc:spChg>
        <pc:spChg chg="add del">
          <ac:chgData name="François MINARET" userId="adb28e3b60489278" providerId="LiveId" clId="{FD47C505-F23A-492F-98D9-621DCA942E01}" dt="2025-11-18T14:07:28.468" v="760" actId="26606"/>
          <ac:spMkLst>
            <pc:docMk/>
            <pc:sldMk cId="3344947403" sldId="266"/>
            <ac:spMk id="23" creationId="{AB902CB9-C7DC-4673-B7D5-F22DCF0EC54E}"/>
          </ac:spMkLst>
        </pc:spChg>
        <pc:picChg chg="add mod">
          <ac:chgData name="François MINARET" userId="adb28e3b60489278" providerId="LiveId" clId="{FD47C505-F23A-492F-98D9-621DCA942E01}" dt="2025-11-18T14:07:28.468" v="760" actId="26606"/>
          <ac:picMkLst>
            <pc:docMk/>
            <pc:sldMk cId="3344947403" sldId="266"/>
            <ac:picMk id="3" creationId="{5B0E4BFB-5725-BFEC-7FB9-A6AF265C54E3}"/>
          </ac:picMkLst>
        </pc:picChg>
        <pc:picChg chg="add mod ord">
          <ac:chgData name="François MINARET" userId="adb28e3b60489278" providerId="LiveId" clId="{FD47C505-F23A-492F-98D9-621DCA942E01}" dt="2025-11-18T14:07:28.468" v="760" actId="26606"/>
          <ac:picMkLst>
            <pc:docMk/>
            <pc:sldMk cId="3344947403" sldId="266"/>
            <ac:picMk id="4" creationId="{69D5C7A8-34C9-CD3F-83DE-5A8457976E32}"/>
          </ac:picMkLst>
        </pc:picChg>
        <pc:picChg chg="ord">
          <ac:chgData name="François MINARET" userId="adb28e3b60489278" providerId="LiveId" clId="{FD47C505-F23A-492F-98D9-621DCA942E01}" dt="2025-11-15T18:02:44.821" v="469" actId="26606"/>
          <ac:picMkLst>
            <pc:docMk/>
            <pc:sldMk cId="3344947403" sldId="266"/>
            <ac:picMk id="7" creationId="{03FA2272-E3A6-4797-26D0-ED757F0EF7D2}"/>
          </ac:picMkLst>
        </pc:picChg>
        <pc:picChg chg="add mod">
          <ac:chgData name="François MINARET" userId="adb28e3b60489278" providerId="LiveId" clId="{FD47C505-F23A-492F-98D9-621DCA942E01}" dt="2025-11-18T14:07:28.468" v="760" actId="26606"/>
          <ac:picMkLst>
            <pc:docMk/>
            <pc:sldMk cId="3344947403" sldId="266"/>
            <ac:picMk id="8" creationId="{B3F897F2-99EE-F386-E89E-076D0196B4EB}"/>
          </ac:picMkLst>
        </pc:picChg>
        <pc:picChg chg="add mod ord">
          <ac:chgData name="François MINARET" userId="adb28e3b60489278" providerId="LiveId" clId="{FD47C505-F23A-492F-98D9-621DCA942E01}" dt="2025-11-18T14:07:28.468" v="760" actId="26606"/>
          <ac:picMkLst>
            <pc:docMk/>
            <pc:sldMk cId="3344947403" sldId="266"/>
            <ac:picMk id="10" creationId="{DE56EE87-7CB3-8FAC-D775-AAAF55A2C84E}"/>
          </ac:picMkLst>
        </pc:picChg>
        <pc:picChg chg="add mod ord">
          <ac:chgData name="François MINARET" userId="adb28e3b60489278" providerId="LiveId" clId="{FD47C505-F23A-492F-98D9-621DCA942E01}" dt="2025-11-18T14:07:28.468" v="760" actId="26606"/>
          <ac:picMkLst>
            <pc:docMk/>
            <pc:sldMk cId="3344947403" sldId="266"/>
            <ac:picMk id="12" creationId="{F85BE5B2-CF49-7E69-15E1-BE28A93345A4}"/>
          </ac:picMkLst>
        </pc:picChg>
      </pc:sldChg>
      <pc:sldChg chg="addSp delSp modSp add mod setBg delDesignElem">
        <pc:chgData name="François MINARET" userId="adb28e3b60489278" providerId="LiveId" clId="{FD47C505-F23A-492F-98D9-621DCA942E01}" dt="2025-11-18T14:07:42.839" v="761" actId="14100"/>
        <pc:sldMkLst>
          <pc:docMk/>
          <pc:sldMk cId="1782179812" sldId="267"/>
        </pc:sldMkLst>
        <pc:spChg chg="mod">
          <ac:chgData name="François MINARET" userId="adb28e3b60489278" providerId="LiveId" clId="{FD47C505-F23A-492F-98D9-621DCA942E01}" dt="2025-11-15T18:07:00.019" v="506" actId="26606"/>
          <ac:spMkLst>
            <pc:docMk/>
            <pc:sldMk cId="1782179812" sldId="267"/>
            <ac:spMk id="6" creationId="{4240C36C-CF11-8767-1B94-4CF426CA1219}"/>
          </ac:spMkLst>
        </pc:spChg>
        <pc:spChg chg="add">
          <ac:chgData name="François MINARET" userId="adb28e3b60489278" providerId="LiveId" clId="{FD47C505-F23A-492F-98D9-621DCA942E01}" dt="2025-11-15T18:07:00.019" v="506" actId="26606"/>
          <ac:spMkLst>
            <pc:docMk/>
            <pc:sldMk cId="1782179812" sldId="267"/>
            <ac:spMk id="11" creationId="{FB33DC6A-1F1C-4A06-834E-CFF88F1C0BB9}"/>
          </ac:spMkLst>
        </pc:spChg>
        <pc:spChg chg="add">
          <ac:chgData name="François MINARET" userId="adb28e3b60489278" providerId="LiveId" clId="{FD47C505-F23A-492F-98D9-621DCA942E01}" dt="2025-11-15T18:07:00.019" v="506" actId="26606"/>
          <ac:spMkLst>
            <pc:docMk/>
            <pc:sldMk cId="1782179812" sldId="267"/>
            <ac:spMk id="13" creationId="{0FE1D5CF-87B8-4A8A-AD3C-01D06A60769B}"/>
          </ac:spMkLst>
        </pc:spChg>
        <pc:spChg chg="add">
          <ac:chgData name="François MINARET" userId="adb28e3b60489278" providerId="LiveId" clId="{FD47C505-F23A-492F-98D9-621DCA942E01}" dt="2025-11-15T18:07:00.019" v="506" actId="26606"/>
          <ac:spMkLst>
            <pc:docMk/>
            <pc:sldMk cId="1782179812" sldId="267"/>
            <ac:spMk id="15" creationId="{60926200-45C2-41E9-839F-31CD5FE4CD59}"/>
          </ac:spMkLst>
        </pc:spChg>
        <pc:spChg chg="add">
          <ac:chgData name="François MINARET" userId="adb28e3b60489278" providerId="LiveId" clId="{FD47C505-F23A-492F-98D9-621DCA942E01}" dt="2025-11-15T18:07:00.019" v="506" actId="26606"/>
          <ac:spMkLst>
            <pc:docMk/>
            <pc:sldMk cId="1782179812" sldId="267"/>
            <ac:spMk id="20" creationId="{AF2F604E-43BE-4DC3-B983-E071523364F8}"/>
          </ac:spMkLst>
        </pc:spChg>
        <pc:spChg chg="add">
          <ac:chgData name="François MINARET" userId="adb28e3b60489278" providerId="LiveId" clId="{FD47C505-F23A-492F-98D9-621DCA942E01}" dt="2025-11-15T18:07:00.019" v="506" actId="26606"/>
          <ac:spMkLst>
            <pc:docMk/>
            <pc:sldMk cId="1782179812" sldId="267"/>
            <ac:spMk id="22" creationId="{08C9B587-E65E-4B52-B37C-ABEBB6E87928}"/>
          </ac:spMkLst>
        </pc:spChg>
        <pc:picChg chg="add mod">
          <ac:chgData name="François MINARET" userId="adb28e3b60489278" providerId="LiveId" clId="{FD47C505-F23A-492F-98D9-621DCA942E01}" dt="2025-11-15T18:07:00.019" v="506" actId="26606"/>
          <ac:picMkLst>
            <pc:docMk/>
            <pc:sldMk cId="1782179812" sldId="267"/>
            <ac:picMk id="4" creationId="{2330BC12-1650-78BA-2502-DADE5893146F}"/>
          </ac:picMkLst>
        </pc:picChg>
        <pc:picChg chg="ord">
          <ac:chgData name="François MINARET" userId="adb28e3b60489278" providerId="LiveId" clId="{FD47C505-F23A-492F-98D9-621DCA942E01}" dt="2025-11-15T18:07:00.019" v="506" actId="26606"/>
          <ac:picMkLst>
            <pc:docMk/>
            <pc:sldMk cId="1782179812" sldId="267"/>
            <ac:picMk id="7" creationId="{CF26959A-04FB-5E89-27E3-267122924766}"/>
          </ac:picMkLst>
        </pc:picChg>
        <pc:picChg chg="add mod">
          <ac:chgData name="François MINARET" userId="adb28e3b60489278" providerId="LiveId" clId="{FD47C505-F23A-492F-98D9-621DCA942E01}" dt="2025-11-18T14:07:42.839" v="761" actId="14100"/>
          <ac:picMkLst>
            <pc:docMk/>
            <pc:sldMk cId="1782179812" sldId="267"/>
            <ac:picMk id="9" creationId="{0F8390B8-ACF1-1029-8BB5-3BEAD7649428}"/>
          </ac:picMkLst>
        </pc:picChg>
      </pc:sldChg>
      <pc:sldChg chg="addSp delSp modSp add mod setBg delDesignElem">
        <pc:chgData name="François MINARET" userId="adb28e3b60489278" providerId="LiveId" clId="{FD47C505-F23A-492F-98D9-621DCA942E01}" dt="2025-11-18T17:28:04.650" v="776" actId="962"/>
        <pc:sldMkLst>
          <pc:docMk/>
          <pc:sldMk cId="3997225638" sldId="268"/>
        </pc:sldMkLst>
        <pc:spChg chg="mod">
          <ac:chgData name="François MINARET" userId="adb28e3b60489278" providerId="LiveId" clId="{FD47C505-F23A-492F-98D9-621DCA942E01}" dt="2025-11-18T17:28:04.650" v="776" actId="962"/>
          <ac:spMkLst>
            <pc:docMk/>
            <pc:sldMk cId="3997225638" sldId="268"/>
            <ac:spMk id="6" creationId="{E980F564-7DE3-F65C-2E12-8A1858C73346}"/>
          </ac:spMkLst>
        </pc:spChg>
        <pc:spChg chg="add del">
          <ac:chgData name="François MINARET" userId="adb28e3b60489278" providerId="LiveId" clId="{FD47C505-F23A-492F-98D9-621DCA942E01}" dt="2025-11-18T14:07:18.979" v="758" actId="26606"/>
          <ac:spMkLst>
            <pc:docMk/>
            <pc:sldMk cId="3997225638" sldId="268"/>
            <ac:spMk id="22" creationId="{1850674C-4E08-4C62-A3E2-6337FE4F7D86}"/>
          </ac:spMkLst>
        </pc:spChg>
        <pc:spChg chg="add del">
          <ac:chgData name="François MINARET" userId="adb28e3b60489278" providerId="LiveId" clId="{FD47C505-F23A-492F-98D9-621DCA942E01}" dt="2025-11-18T14:07:18.979" v="758" actId="26606"/>
          <ac:spMkLst>
            <pc:docMk/>
            <pc:sldMk cId="3997225638" sldId="268"/>
            <ac:spMk id="23" creationId="{BCE4FF05-2B0C-4C97-A9B4-E163085A90E1}"/>
          </ac:spMkLst>
        </pc:spChg>
        <pc:spChg chg="add del">
          <ac:chgData name="François MINARET" userId="adb28e3b60489278" providerId="LiveId" clId="{FD47C505-F23A-492F-98D9-621DCA942E01}" dt="2025-11-18T14:07:18.979" v="758" actId="26606"/>
          <ac:spMkLst>
            <pc:docMk/>
            <pc:sldMk cId="3997225638" sldId="268"/>
            <ac:spMk id="24" creationId="{8C886788-700E-4D20-9F80-E0E96837A203}"/>
          </ac:spMkLst>
        </pc:spChg>
        <pc:spChg chg="add del">
          <ac:chgData name="François MINARET" userId="adb28e3b60489278" providerId="LiveId" clId="{FD47C505-F23A-492F-98D9-621DCA942E01}" dt="2025-11-18T14:07:18.979" v="758" actId="26606"/>
          <ac:spMkLst>
            <pc:docMk/>
            <pc:sldMk cId="3997225638" sldId="268"/>
            <ac:spMk id="25" creationId="{529C2A7A-A6B6-4A56-B11C-8E967D88A60D}"/>
          </ac:spMkLst>
        </pc:spChg>
        <pc:spChg chg="add del">
          <ac:chgData name="François MINARET" userId="adb28e3b60489278" providerId="LiveId" clId="{FD47C505-F23A-492F-98D9-621DCA942E01}" dt="2025-11-18T14:07:18.979" v="758" actId="26606"/>
          <ac:spMkLst>
            <pc:docMk/>
            <pc:sldMk cId="3997225638" sldId="268"/>
            <ac:spMk id="27" creationId="{FDBD7205-E536-4134-8768-AC3E1A3C5E59}"/>
          </ac:spMkLst>
        </pc:spChg>
        <pc:spChg chg="add del">
          <ac:chgData name="François MINARET" userId="adb28e3b60489278" providerId="LiveId" clId="{FD47C505-F23A-492F-98D9-621DCA942E01}" dt="2025-11-18T17:27:37.213" v="766" actId="26606"/>
          <ac:spMkLst>
            <pc:docMk/>
            <pc:sldMk cId="3997225638" sldId="268"/>
            <ac:spMk id="29" creationId="{CA4BD6EE-7B51-447C-AAB3-028B7A3E515D}"/>
          </ac:spMkLst>
        </pc:spChg>
        <pc:spChg chg="add del">
          <ac:chgData name="François MINARET" userId="adb28e3b60489278" providerId="LiveId" clId="{FD47C505-F23A-492F-98D9-621DCA942E01}" dt="2025-11-18T17:27:37.213" v="766" actId="26606"/>
          <ac:spMkLst>
            <pc:docMk/>
            <pc:sldMk cId="3997225638" sldId="268"/>
            <ac:spMk id="34" creationId="{6B5FF7CD-712E-4187-BFF5-B192FFB33A49}"/>
          </ac:spMkLst>
        </pc:spChg>
        <pc:spChg chg="add del">
          <ac:chgData name="François MINARET" userId="adb28e3b60489278" providerId="LiveId" clId="{FD47C505-F23A-492F-98D9-621DCA942E01}" dt="2025-11-18T17:27:37.213" v="765" actId="26606"/>
          <ac:spMkLst>
            <pc:docMk/>
            <pc:sldMk cId="3997225638" sldId="268"/>
            <ac:spMk id="39" creationId="{0855A890-B60B-4670-9DC2-69DC05015AB3}"/>
          </ac:spMkLst>
        </pc:spChg>
        <pc:spChg chg="add del">
          <ac:chgData name="François MINARET" userId="adb28e3b60489278" providerId="LiveId" clId="{FD47C505-F23A-492F-98D9-621DCA942E01}" dt="2025-11-18T17:27:37.213" v="765" actId="26606"/>
          <ac:spMkLst>
            <pc:docMk/>
            <pc:sldMk cId="3997225638" sldId="268"/>
            <ac:spMk id="41" creationId="{90F533E9-6690-41A8-A372-4C6C622D028D}"/>
          </ac:spMkLst>
        </pc:spChg>
        <pc:spChg chg="add del">
          <ac:chgData name="François MINARET" userId="adb28e3b60489278" providerId="LiveId" clId="{FD47C505-F23A-492F-98D9-621DCA942E01}" dt="2025-11-18T17:27:37.213" v="765" actId="26606"/>
          <ac:spMkLst>
            <pc:docMk/>
            <pc:sldMk cId="3997225638" sldId="268"/>
            <ac:spMk id="43" creationId="{99413ED5-9ED4-4772-BCE4-2BCAE6B12E35}"/>
          </ac:spMkLst>
        </pc:spChg>
        <pc:spChg chg="add del">
          <ac:chgData name="François MINARET" userId="adb28e3b60489278" providerId="LiveId" clId="{FD47C505-F23A-492F-98D9-621DCA942E01}" dt="2025-11-18T17:27:37.213" v="765" actId="26606"/>
          <ac:spMkLst>
            <pc:docMk/>
            <pc:sldMk cId="3997225638" sldId="268"/>
            <ac:spMk id="45" creationId="{04357C93-F0CB-4A1C-8F77-4E9063789819}"/>
          </ac:spMkLst>
        </pc:spChg>
        <pc:spChg chg="add">
          <ac:chgData name="François MINARET" userId="adb28e3b60489278" providerId="LiveId" clId="{FD47C505-F23A-492F-98D9-621DCA942E01}" dt="2025-11-18T17:27:37.213" v="766" actId="26606"/>
          <ac:spMkLst>
            <pc:docMk/>
            <pc:sldMk cId="3997225638" sldId="268"/>
            <ac:spMk id="47" creationId="{18ED5DE8-CA8B-4332-9D76-60AD9B81830E}"/>
          </ac:spMkLst>
        </pc:spChg>
        <pc:spChg chg="add">
          <ac:chgData name="François MINARET" userId="adb28e3b60489278" providerId="LiveId" clId="{FD47C505-F23A-492F-98D9-621DCA942E01}" dt="2025-11-18T17:27:37.213" v="766" actId="26606"/>
          <ac:spMkLst>
            <pc:docMk/>
            <pc:sldMk cId="3997225638" sldId="268"/>
            <ac:spMk id="50" creationId="{04357C93-F0CB-4A1C-8F77-4E9063789819}"/>
          </ac:spMkLst>
        </pc:spChg>
        <pc:picChg chg="mod">
          <ac:chgData name="François MINARET" userId="adb28e3b60489278" providerId="LiveId" clId="{FD47C505-F23A-492F-98D9-621DCA942E01}" dt="2025-11-18T17:28:04.156" v="769" actId="27614"/>
          <ac:picMkLst>
            <pc:docMk/>
            <pc:sldMk cId="3997225638" sldId="268"/>
            <ac:picMk id="3" creationId="{0EACDA75-27AB-5E52-7047-5EAD86A0E33F}"/>
          </ac:picMkLst>
        </pc:picChg>
        <pc:picChg chg="add mod">
          <ac:chgData name="François MINARET" userId="adb28e3b60489278" providerId="LiveId" clId="{FD47C505-F23A-492F-98D9-621DCA942E01}" dt="2025-11-18T17:28:04.037" v="767" actId="27614"/>
          <ac:picMkLst>
            <pc:docMk/>
            <pc:sldMk cId="3997225638" sldId="268"/>
            <ac:picMk id="4" creationId="{47BE2095-62FF-CC37-F2B2-BD61F4AA4210}"/>
          </ac:picMkLst>
        </pc:picChg>
        <pc:picChg chg="del">
          <ac:chgData name="François MINARET" userId="adb28e3b60489278" providerId="LiveId" clId="{FD47C505-F23A-492F-98D9-621DCA942E01}" dt="2025-11-18T14:05:52.902" v="745" actId="478"/>
          <ac:picMkLst>
            <pc:docMk/>
            <pc:sldMk cId="3997225638" sldId="268"/>
            <ac:picMk id="5" creationId="{FC843835-004F-012B-1890-7F9B457858B3}"/>
          </ac:picMkLst>
        </pc:picChg>
        <pc:picChg chg="mod ord">
          <ac:chgData name="François MINARET" userId="adb28e3b60489278" providerId="LiveId" clId="{FD47C505-F23A-492F-98D9-621DCA942E01}" dt="2025-11-18T17:28:04.644" v="775" actId="27614"/>
          <ac:picMkLst>
            <pc:docMk/>
            <pc:sldMk cId="3997225638" sldId="268"/>
            <ac:picMk id="7" creationId="{12B020C0-20CD-0B18-09D2-C064754F26F4}"/>
          </ac:picMkLst>
        </pc:picChg>
        <pc:picChg chg="mod ord">
          <ac:chgData name="François MINARET" userId="adb28e3b60489278" providerId="LiveId" clId="{FD47C505-F23A-492F-98D9-621DCA942E01}" dt="2025-11-18T17:28:04.162" v="771" actId="27614"/>
          <ac:picMkLst>
            <pc:docMk/>
            <pc:sldMk cId="3997225638" sldId="268"/>
            <ac:picMk id="8" creationId="{2A100A73-EC5A-E4C0-31DD-360DA133CAB0}"/>
          </ac:picMkLst>
        </pc:picChg>
        <pc:picChg chg="del">
          <ac:chgData name="François MINARET" userId="adb28e3b60489278" providerId="LiveId" clId="{FD47C505-F23A-492F-98D9-621DCA942E01}" dt="2025-11-18T14:06:06.619" v="750" actId="478"/>
          <ac:picMkLst>
            <pc:docMk/>
            <pc:sldMk cId="3997225638" sldId="268"/>
            <ac:picMk id="15" creationId="{E0D9FEA5-5075-17E0-C96F-039DC421F952}"/>
          </ac:picMkLst>
        </pc:picChg>
        <pc:picChg chg="del">
          <ac:chgData name="François MINARET" userId="adb28e3b60489278" providerId="LiveId" clId="{FD47C505-F23A-492F-98D9-621DCA942E01}" dt="2025-11-18T14:05:54.563" v="746" actId="478"/>
          <ac:picMkLst>
            <pc:docMk/>
            <pc:sldMk cId="3997225638" sldId="268"/>
            <ac:picMk id="17" creationId="{DA87D3F3-E573-032A-2DEE-13D33A02EB83}"/>
          </ac:picMkLst>
        </pc:picChg>
        <pc:picChg chg="mod">
          <ac:chgData name="François MINARET" userId="adb28e3b60489278" providerId="LiveId" clId="{FD47C505-F23A-492F-98D9-621DCA942E01}" dt="2025-11-18T17:28:04.244" v="773" actId="27614"/>
          <ac:picMkLst>
            <pc:docMk/>
            <pc:sldMk cId="3997225638" sldId="268"/>
            <ac:picMk id="19" creationId="{E4C9F9C5-6D9B-CA7A-787B-1A38084F8B85}"/>
          </ac:picMkLst>
        </pc:picChg>
        <pc:picChg chg="del mod">
          <ac:chgData name="François MINARET" userId="adb28e3b60489278" providerId="LiveId" clId="{FD47C505-F23A-492F-98D9-621DCA942E01}" dt="2025-11-18T14:06:03.431" v="749" actId="478"/>
          <ac:picMkLst>
            <pc:docMk/>
            <pc:sldMk cId="3997225638" sldId="268"/>
            <ac:picMk id="21" creationId="{302CA52E-AD8C-896A-3F14-5CA49E48B2A5}"/>
          </ac:picMkLst>
        </pc:picChg>
        <pc:cxnChg chg="del">
          <ac:chgData name="François MINARET" userId="adb28e3b60489278" providerId="LiveId" clId="{FD47C505-F23A-492F-98D9-621DCA942E01}" dt="2025-11-18T14:05:18.624" v="735"/>
          <ac:cxnSpMkLst>
            <pc:docMk/>
            <pc:sldMk cId="3997225638" sldId="268"/>
            <ac:cxnSpMk id="26" creationId="{A20B753F-0842-439A-A71F-B95C09E67E06}"/>
          </ac:cxnSpMkLst>
        </pc:cxnChg>
        <pc:cxnChg chg="del">
          <ac:chgData name="François MINARET" userId="adb28e3b60489278" providerId="LiveId" clId="{FD47C505-F23A-492F-98D9-621DCA942E01}" dt="2025-11-18T14:05:18.624" v="735"/>
          <ac:cxnSpMkLst>
            <pc:docMk/>
            <pc:sldMk cId="3997225638" sldId="268"/>
            <ac:cxnSpMk id="28" creationId="{8E3DB273-86E3-92E9-9322-1E53EB029BDD}"/>
          </ac:cxnSpMkLst>
        </pc:cxnChg>
        <pc:cxnChg chg="del">
          <ac:chgData name="François MINARET" userId="adb28e3b60489278" providerId="LiveId" clId="{FD47C505-F23A-492F-98D9-621DCA942E01}" dt="2025-11-18T14:05:18.624" v="735"/>
          <ac:cxnSpMkLst>
            <pc:docMk/>
            <pc:sldMk cId="3997225638" sldId="268"/>
            <ac:cxnSpMk id="30" creationId="{D1CAA99C-C9CF-3110-A71D-FEB7B3F231ED}"/>
          </ac:cxnSpMkLst>
        </pc:cxnChg>
        <pc:cxnChg chg="del">
          <ac:chgData name="François MINARET" userId="adb28e3b60489278" providerId="LiveId" clId="{FD47C505-F23A-492F-98D9-621DCA942E01}" dt="2025-11-18T14:05:18.624" v="735"/>
          <ac:cxnSpMkLst>
            <pc:docMk/>
            <pc:sldMk cId="3997225638" sldId="268"/>
            <ac:cxnSpMk id="32" creationId="{E8A3BB67-AEC9-9C57-7268-B03E965F0DF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C2F27-982B-42A8-94AF-0D45A63E0230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7E623-16E1-4307-A9A2-8188CE43D1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004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15DA6D-E56C-2E44-AF3D-6D645C5AB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8E148CC-BB62-DC81-BF11-855A68F56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B70BDE-2C00-4B13-811B-E50A9CF2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3D3475-AF7A-9850-9B87-B07E48B5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DD8593-6E53-DB49-34CC-4ADF9CFA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413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ABFE7-D3AC-9C5D-41E7-772E8BAE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998229-3273-F95A-5E6D-B475AE6DA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B82F61-90DA-3A88-98CF-22622AC9A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F595BC-64B1-462E-6EAD-CE79F9F06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53CE0C-BF51-5C3B-8A0C-332A0B438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87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2A6C44-4094-4524-4C1A-069FCEA97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B9E72D-5847-0C39-14D4-D791A1816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F80597-FB82-1DF6-AEC8-AC528C28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E3EC15-0190-22F6-D613-14A8462B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78D53B-9684-41EE-7DF5-B779A1484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403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0D0DD0-1D15-B451-4F97-4C40B5247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C6C98A-CF5D-4CDC-32FA-A319307A8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2484433-131D-F9BD-3FB5-F5572EA88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FFF403-2189-B933-2F0C-B04D7F578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89B1D7-E734-D892-95B2-E3A8338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4344D2D-A032-3907-A397-1B6E896F2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647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DC039D-D255-1FF2-C422-2F3F41699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1B111F-2990-045D-341E-34BDF23AF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891727C-F789-AE4E-BCE4-3EB23A32E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18E4E0A-6272-0DF7-DA30-F7A33B2C3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B06C329-DCD5-3E5D-1236-91D4171FE4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32AC19A-E7FD-E223-27D0-3E0567415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181647F-9434-1D7B-B5A9-9D3B8ED8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B744FD2-B37B-A487-D0F2-635E80A1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402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6A075E-5356-5062-9326-990C3C18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D5C7861-336E-D108-F7C7-B629D241C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1FD0D80-175E-FD6F-C519-4959F9043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8F751E-BA53-9BE1-30B9-68A5410B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3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64D89B9-05FA-0B2F-0BA5-C16C6F79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ABA1CBB-526E-648D-3E3B-377DD64D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C7DC55-2AF9-624F-2BFF-4A5CB4517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9346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945F72-332C-27C8-B442-7F8D044DC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E153C5-15CD-0476-E946-8568368C6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27AF03-6E94-6FFC-3D5D-E056AD2B9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E503C4-B844-1130-BA18-540062C1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3BD46CD-8371-DF44-2906-531FE7A7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25E729-8F44-E959-9906-2F45628A4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3103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2C0FDB-32C5-2305-D8F2-265460C6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F313006-F61A-C1D9-FEC1-24BADCF44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2294C3B-98E8-EA5C-21FE-241F56A26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38D992-F579-13A6-FEB6-DC3808FC3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5A3BB4-37F1-0BFF-1175-1BCAFEED1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3EFD3B-750B-9EBD-B01C-5809BB07C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210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EE1073-7948-359E-F22D-54C036F84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75401AC-54FD-C010-976A-7B3A35B3A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A9D02C-9006-091D-EE28-1105EEF8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DC9936-FAAD-A3AC-69B2-212B6996B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03F0A2-E86E-92A1-D47B-803D9DA55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99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6968D63-ED2E-1EA8-05D9-88DE04653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BE67DC7-09B0-0FAD-C864-AB0ADFB07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A6AAAE-9252-A8AE-A74E-87E45AAF8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8D99D1-4959-D50E-7B06-2204FB076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A9EA49-6BEC-5F87-EBD3-BECAEF69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584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975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44E9189-C610-CEDC-0A19-B73F68029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1E859C-826D-5D09-4D62-3ACAB2902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15E5F7-B3F5-1EBF-6635-E5C807A81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F4CCFA-2BA7-7567-22AB-AB9AAEA4F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BDE700-A660-CB72-EDFA-18283D696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8687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Graphique, logo, texte, graphisme&#10;&#10;Le contenu généré par l’IA peut être incorrect.">
            <a:extLst>
              <a:ext uri="{FF2B5EF4-FFF2-40B4-BE49-F238E27FC236}">
                <a16:creationId xmlns:a16="http://schemas.microsoft.com/office/drawing/2014/main" id="{AE674FF6-52BA-FF8F-C89E-90DC3B5CB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011" y="81514"/>
            <a:ext cx="3459780" cy="2972058"/>
          </a:xfrm>
          <a:prstGeom prst="rect">
            <a:avLst/>
          </a:prstGeom>
        </p:spPr>
      </p:pic>
      <p:sp>
        <p:nvSpPr>
          <p:cNvPr id="9" name="Google Shape;54;p13">
            <a:extLst>
              <a:ext uri="{FF2B5EF4-FFF2-40B4-BE49-F238E27FC236}">
                <a16:creationId xmlns:a16="http://schemas.microsoft.com/office/drawing/2014/main" id="{884A2DCC-0870-8B4D-3425-DCE826F4369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35475" y="1710025"/>
            <a:ext cx="1726016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Projet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" name="Google Shape;55;p13">
            <a:extLst>
              <a:ext uri="{FF2B5EF4-FFF2-40B4-BE49-F238E27FC236}">
                <a16:creationId xmlns:a16="http://schemas.microsoft.com/office/drawing/2014/main" id="{DB28ABAE-4F4A-9243-202B-AF80312CFB1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6;p13">
            <a:extLst>
              <a:ext uri="{FF2B5EF4-FFF2-40B4-BE49-F238E27FC236}">
                <a16:creationId xmlns:a16="http://schemas.microsoft.com/office/drawing/2014/main" id="{5BAED8EC-0DF3-76E2-3749-BADEF061E27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57;p13">
            <a:extLst>
              <a:ext uri="{FF2B5EF4-FFF2-40B4-BE49-F238E27FC236}">
                <a16:creationId xmlns:a16="http://schemas.microsoft.com/office/drawing/2014/main" id="{D1CF5CFC-29F7-1DEB-CF42-38E1B378DF70}"/>
              </a:ext>
            </a:extLst>
          </p:cNvPr>
          <p:cNvSpPr txBox="1">
            <a:spLocks/>
          </p:cNvSpPr>
          <p:nvPr/>
        </p:nvSpPr>
        <p:spPr>
          <a:xfrm>
            <a:off x="559001" y="2680350"/>
            <a:ext cx="5315100" cy="533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fr-FR" sz="25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Big Data </a:t>
            </a:r>
            <a:r>
              <a:rPr lang="fr-FR" sz="2500" dirty="0" err="1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</a:t>
            </a:r>
            <a:endParaRPr lang="fr-FR" sz="25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78862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313F31CC-366F-38B2-EE15-BDC8DDE75B4D}"/>
              </a:ext>
            </a:extLst>
          </p:cNvPr>
          <p:cNvSpPr txBox="1">
            <a:spLocks/>
          </p:cNvSpPr>
          <p:nvPr/>
        </p:nvSpPr>
        <p:spPr>
          <a:xfrm>
            <a:off x="846308" y="1361005"/>
            <a:ext cx="10490285" cy="463667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Contexte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E2C43E41-2636-DB42-74C3-1C63BCDF211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14">
            <a:extLst>
              <a:ext uri="{FF2B5EF4-FFF2-40B4-BE49-F238E27FC236}">
                <a16:creationId xmlns:a16="http://schemas.microsoft.com/office/drawing/2014/main" id="{6CEFAA2C-B98F-E932-16C3-07A8A2B8D790}"/>
              </a:ext>
            </a:extLst>
          </p:cNvPr>
          <p:cNvSpPr txBox="1">
            <a:spLocks/>
          </p:cNvSpPr>
          <p:nvPr/>
        </p:nvSpPr>
        <p:spPr>
          <a:xfrm>
            <a:off x="855407" y="2177433"/>
            <a:ext cx="9135893" cy="349402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8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Ubisoft veut sortir un nouveau jeu et souhaite connaître l’écosystème des jeux pour sortir un nouveau jeu révolutionnaire</a:t>
            </a:r>
          </a:p>
        </p:txBody>
      </p:sp>
    </p:spTree>
    <p:extLst>
      <p:ext uri="{BB962C8B-B14F-4D97-AF65-F5344CB8AC3E}">
        <p14:creationId xmlns:p14="http://schemas.microsoft.com/office/powerpoint/2010/main" val="646890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80B36-D1E1-C846-7DD5-B13E95E5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AB8AD160-D084-49F6-0B18-A1EB8836057F}"/>
              </a:ext>
            </a:extLst>
          </p:cNvPr>
          <p:cNvSpPr txBox="1">
            <a:spLocks/>
          </p:cNvSpPr>
          <p:nvPr/>
        </p:nvSpPr>
        <p:spPr>
          <a:xfrm>
            <a:off x="846308" y="1361005"/>
            <a:ext cx="10490285" cy="463667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54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Data</a:t>
            </a: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963CE7CF-9F62-2A0F-16D8-EE14D813E56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14">
            <a:extLst>
              <a:ext uri="{FF2B5EF4-FFF2-40B4-BE49-F238E27FC236}">
                <a16:creationId xmlns:a16="http://schemas.microsoft.com/office/drawing/2014/main" id="{2E7801C8-829D-A4F5-5833-BC42504DC58D}"/>
              </a:ext>
            </a:extLst>
          </p:cNvPr>
          <p:cNvSpPr txBox="1">
            <a:spLocks/>
          </p:cNvSpPr>
          <p:nvPr/>
        </p:nvSpPr>
        <p:spPr>
          <a:xfrm>
            <a:off x="855407" y="2177433"/>
            <a:ext cx="9135893" cy="349402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8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- 55691 lignes</a:t>
            </a:r>
          </a:p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 - multiples informations sur :</a:t>
            </a:r>
          </a:p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	- date de publication</a:t>
            </a:r>
          </a:p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	- tarif</a:t>
            </a:r>
          </a:p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	- éditeurs</a:t>
            </a:r>
          </a:p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	- …</a:t>
            </a:r>
          </a:p>
        </p:txBody>
      </p:sp>
    </p:spTree>
    <p:extLst>
      <p:ext uri="{BB962C8B-B14F-4D97-AF65-F5344CB8AC3E}">
        <p14:creationId xmlns:p14="http://schemas.microsoft.com/office/powerpoint/2010/main" val="3661671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715662-F22C-C8D5-2248-A5B690DA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18ED5DE8-CA8B-4332-9D76-60AD9B818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03F4F2A-0E16-7DDB-04D4-2E04979B1D6D}"/>
              </a:ext>
            </a:extLst>
          </p:cNvPr>
          <p:cNvSpPr txBox="1">
            <a:spLocks/>
          </p:cNvSpPr>
          <p:nvPr/>
        </p:nvSpPr>
        <p:spPr>
          <a:xfrm>
            <a:off x="338050" y="1230020"/>
            <a:ext cx="3931924" cy="334632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600" b="1">
                <a:sym typeface="Inter"/>
              </a:rPr>
              <a:t>Analyse Macro :</a:t>
            </a:r>
          </a:p>
          <a:p>
            <a:pPr>
              <a:spcAft>
                <a:spcPts val="600"/>
              </a:spcAft>
            </a:pPr>
            <a:br>
              <a:rPr lang="en-US" sz="4600" b="1">
                <a:sym typeface="Inter"/>
              </a:rPr>
            </a:br>
            <a:endParaRPr lang="en-US" sz="4600" b="1">
              <a:sym typeface="Inter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2983B4D-AA9E-4FCA-A321-B87362793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2446384" cy="5777808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2432161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2446384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7417" y="679731"/>
            <a:ext cx="6875958" cy="56628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5790421-7C53-3529-03B0-710BF7978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472" y="1372322"/>
            <a:ext cx="3118104" cy="156312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72708CD2-C701-A466-4283-88C079F30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330" y="1394345"/>
            <a:ext cx="3118104" cy="151907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0496E94-880C-1E05-6683-08E25016B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472" y="4255148"/>
            <a:ext cx="3118104" cy="121606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0EBDE24E-EDC2-9106-112B-1CBA8D98CA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1330" y="4426643"/>
            <a:ext cx="3118104" cy="873069"/>
          </a:xfrm>
          <a:prstGeom prst="rect">
            <a:avLst/>
          </a:prstGeom>
        </p:spPr>
      </p:pic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F2A47A94-B1D9-30FE-DC50-9E7D540AA414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488" y="820856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6068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2782AC-F3F9-7E4D-16D8-32BB061DA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18ED5DE8-CA8B-4332-9D76-60AD9B818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E980F564-7DE3-F65C-2E12-8A1858C73346}"/>
              </a:ext>
            </a:extLst>
          </p:cNvPr>
          <p:cNvSpPr txBox="1">
            <a:spLocks/>
          </p:cNvSpPr>
          <p:nvPr/>
        </p:nvSpPr>
        <p:spPr>
          <a:xfrm>
            <a:off x="338050" y="1230020"/>
            <a:ext cx="3931924" cy="334632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600" b="1" dirty="0" err="1">
                <a:sym typeface="Inter"/>
              </a:rPr>
              <a:t>Analyse</a:t>
            </a:r>
            <a:r>
              <a:rPr lang="en-US" sz="4600" b="1" dirty="0">
                <a:sym typeface="Inter"/>
              </a:rPr>
              <a:t> Prix :</a:t>
            </a:r>
          </a:p>
          <a:p>
            <a:pPr>
              <a:spcAft>
                <a:spcPts val="600"/>
              </a:spcAft>
            </a:pPr>
            <a:br>
              <a:rPr lang="en-US" sz="4600" b="1">
                <a:sym typeface="Inter"/>
              </a:rPr>
            </a:br>
            <a:endParaRPr lang="en-US" sz="4600" b="1">
              <a:sym typeface="Inter"/>
            </a:endParaRPr>
          </a:p>
        </p:txBody>
      </p:sp>
      <p:grpSp>
        <p:nvGrpSpPr>
          <p:cNvPr id="48" name="Group 40">
            <a:extLst>
              <a:ext uri="{FF2B5EF4-FFF2-40B4-BE49-F238E27FC236}">
                <a16:creationId xmlns:a16="http://schemas.microsoft.com/office/drawing/2014/main" id="{22983B4D-AA9E-4FCA-A321-B87362793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2446384" cy="5777808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2432161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2446384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7417" y="679731"/>
            <a:ext cx="6875958" cy="56628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Image 1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E4C9F9C5-6D9B-CA7A-787B-1A38084F8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472" y="1145085"/>
            <a:ext cx="3118104" cy="2017596"/>
          </a:xfrm>
          <a:prstGeom prst="rect">
            <a:avLst/>
          </a:prstGeom>
        </p:spPr>
      </p:pic>
      <p:pic>
        <p:nvPicPr>
          <p:cNvPr id="3" name="Image 2" descr="Une image contenant capture d’écran, texte, diagramme, Tracé&#10;&#10;Le contenu généré par l’IA peut être incorrect.">
            <a:extLst>
              <a:ext uri="{FF2B5EF4-FFF2-40B4-BE49-F238E27FC236}">
                <a16:creationId xmlns:a16="http://schemas.microsoft.com/office/drawing/2014/main" id="{0EACDA75-27AB-5E52-7047-5EAD86A0E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330" y="1163885"/>
            <a:ext cx="3118104" cy="1979996"/>
          </a:xfrm>
          <a:prstGeom prst="rect">
            <a:avLst/>
          </a:prstGeom>
        </p:spPr>
      </p:pic>
      <p:pic>
        <p:nvPicPr>
          <p:cNvPr id="8" name="Image 7" descr="Une image contenant capture d’écran, texte, Tracé, ligne&#10;&#10;Le contenu généré par l’IA peut être incorrect.">
            <a:extLst>
              <a:ext uri="{FF2B5EF4-FFF2-40B4-BE49-F238E27FC236}">
                <a16:creationId xmlns:a16="http://schemas.microsoft.com/office/drawing/2014/main" id="{2A100A73-EC5A-E4C0-31DD-360DA133C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472" y="4274636"/>
            <a:ext cx="3118104" cy="1177084"/>
          </a:xfrm>
          <a:prstGeom prst="rect">
            <a:avLst/>
          </a:prstGeom>
        </p:spPr>
      </p:pic>
      <p:pic>
        <p:nvPicPr>
          <p:cNvPr id="4" name="Image 3" descr="Une image contenant capture d’écran, diagramme, Tracé, ligne&#10;&#10;Le contenu généré par l’IA peut être incorrect.">
            <a:extLst>
              <a:ext uri="{FF2B5EF4-FFF2-40B4-BE49-F238E27FC236}">
                <a16:creationId xmlns:a16="http://schemas.microsoft.com/office/drawing/2014/main" id="{47BE2095-62FF-CC37-F2B2-BD61F4AA42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1330" y="4290227"/>
            <a:ext cx="3118104" cy="1145902"/>
          </a:xfrm>
          <a:prstGeom prst="rect">
            <a:avLst/>
          </a:prstGeom>
        </p:spPr>
      </p:pic>
      <p:pic>
        <p:nvPicPr>
          <p:cNvPr id="7" name="Google Shape;63;p14" descr="Une image contenant cercle, symbole, Graphique, logo&#10;&#10;Le contenu généré par l’IA peut être incorrect.">
            <a:extLst>
              <a:ext uri="{FF2B5EF4-FFF2-40B4-BE49-F238E27FC236}">
                <a16:creationId xmlns:a16="http://schemas.microsoft.com/office/drawing/2014/main" id="{12B020C0-20CD-0B18-09D2-C064754F26F4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7225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E7E626-3589-DD76-C570-03A922F7D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8F923FF-DD0C-4FD3-A1B4-68DFA511C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13BDE35A-E60D-962F-CB8C-AF8CA37D5C03}"/>
              </a:ext>
            </a:extLst>
          </p:cNvPr>
          <p:cNvSpPr txBox="1">
            <a:spLocks/>
          </p:cNvSpPr>
          <p:nvPr/>
        </p:nvSpPr>
        <p:spPr>
          <a:xfrm>
            <a:off x="359172" y="1144769"/>
            <a:ext cx="3724217" cy="289643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>
                <a:sym typeface="Inter"/>
              </a:rPr>
              <a:t>Analyse Genres :</a:t>
            </a:r>
          </a:p>
          <a:p>
            <a:pPr>
              <a:spcAft>
                <a:spcPts val="600"/>
              </a:spcAft>
            </a:pPr>
            <a:br>
              <a:rPr lang="en-US" sz="4000" b="1">
                <a:sym typeface="Inter"/>
              </a:rPr>
            </a:br>
            <a:endParaRPr lang="en-US" sz="4000" b="1">
              <a:sym typeface="Inter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4A821F-8663-46BA-8CC0-D4C44F639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8824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B0E4BFB-5725-BFEC-7FB9-A6AF265C5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472" y="247833"/>
            <a:ext cx="3675888" cy="187789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3F897F2-99EE-F386-E89E-076D0196B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569" y="3889350"/>
            <a:ext cx="3675888" cy="145182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171" y="4177748"/>
            <a:ext cx="3706859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85BE5B2-CF49-7E69-15E1-BE28A9334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472" y="2262279"/>
            <a:ext cx="5555820" cy="116672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E56EE87-7CB3-8FAC-D775-AAAF55A2C8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000" y="3497507"/>
            <a:ext cx="7424059" cy="3124096"/>
          </a:xfrm>
          <a:prstGeom prst="rect">
            <a:avLst/>
          </a:prstGeom>
        </p:spPr>
      </p:pic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03FA2272-E3A6-4797-26D0-ED757F0EF7D2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9D5C7A8-34C9-CD3F-83DE-5A8457976E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8058" y="236397"/>
            <a:ext cx="4350049" cy="178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947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BD15D7-4C32-49F5-6B47-DB405860C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5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08641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7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03325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4240C36C-CF11-8767-1B94-4CF426CA1219}"/>
              </a:ext>
            </a:extLst>
          </p:cNvPr>
          <p:cNvSpPr txBox="1">
            <a:spLocks/>
          </p:cNvSpPr>
          <p:nvPr/>
        </p:nvSpPr>
        <p:spPr>
          <a:xfrm>
            <a:off x="489098" y="1106034"/>
            <a:ext cx="5019074" cy="3204134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000" b="1">
                <a:sym typeface="Inter"/>
              </a:rPr>
              <a:t>Analyse Plateformes :</a:t>
            </a:r>
          </a:p>
          <a:p>
            <a:pPr>
              <a:spcAft>
                <a:spcPts val="600"/>
              </a:spcAft>
            </a:pPr>
            <a:br>
              <a:rPr lang="en-US" sz="5000" b="1">
                <a:sym typeface="Inter"/>
              </a:rPr>
            </a:br>
            <a:endParaRPr lang="en-US" sz="5000" b="1">
              <a:sym typeface="Inter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330BC12-1650-78BA-2502-DADE58931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071" y="1020693"/>
            <a:ext cx="4708831" cy="195318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546920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F8390B8-ACF1-1029-8BB5-3BEAD7649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341" y="4430486"/>
            <a:ext cx="5378563" cy="874015"/>
          </a:xfrm>
          <a:prstGeom prst="rect">
            <a:avLst/>
          </a:prstGeom>
        </p:spPr>
      </p:pic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CF26959A-04FB-5E89-27E3-26712292476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2179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7B6607-01EC-FA88-A5AB-728B1C9BA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4;p13">
            <a:extLst>
              <a:ext uri="{FF2B5EF4-FFF2-40B4-BE49-F238E27FC236}">
                <a16:creationId xmlns:a16="http://schemas.microsoft.com/office/drawing/2014/main" id="{231863AD-3E42-BC3A-2BC0-60050264C08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35475" y="1710025"/>
            <a:ext cx="2794306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1" name="Google Shape;56;p13">
            <a:extLst>
              <a:ext uri="{FF2B5EF4-FFF2-40B4-BE49-F238E27FC236}">
                <a16:creationId xmlns:a16="http://schemas.microsoft.com/office/drawing/2014/main" id="{BA3146BD-9AE2-69EA-BD4E-317D0932B23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C552557-4D3F-FF01-A2FD-72174CD5B210}"/>
              </a:ext>
            </a:extLst>
          </p:cNvPr>
          <p:cNvSpPr txBox="1"/>
          <p:nvPr/>
        </p:nvSpPr>
        <p:spPr>
          <a:xfrm>
            <a:off x="3417901" y="1623662"/>
            <a:ext cx="82923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  <a:t>Au niveau des années de sortie, 2022 montre une baisse mais l’année n’est pas complète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  <a:t>A minima, il faut que le jeu soit présent sur Windows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rgbClr val="0E3449"/>
              </a:solidFill>
              <a:latin typeface="Inter SemiBold"/>
              <a:ea typeface="Inter SemiBold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E3449"/>
                </a:solidFill>
                <a:latin typeface="Inter SemiBold"/>
              </a:rPr>
              <a:t>Pour une meilleure étude, il faudrait des données </a:t>
            </a:r>
            <a:r>
              <a:rPr lang="fr-FR" sz="1600">
                <a:solidFill>
                  <a:srgbClr val="0E3449"/>
                </a:solidFill>
                <a:latin typeface="Inter SemiBold"/>
              </a:rPr>
              <a:t>plus récentes</a:t>
            </a: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9861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681433" y="828208"/>
            <a:ext cx="7086800" cy="9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" sz="7466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de votre  attention ! </a:t>
            </a:r>
            <a:endParaRPr sz="7466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4834" y="4008833"/>
            <a:ext cx="6132399" cy="2849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>
            <a:spLocks noGrp="1"/>
          </p:cNvSpPr>
          <p:nvPr>
            <p:ph type="ctrTitle" idx="4294967295"/>
          </p:nvPr>
        </p:nvSpPr>
        <p:spPr>
          <a:xfrm>
            <a:off x="1699685" y="3474724"/>
            <a:ext cx="7086800" cy="9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" sz="3200" dirty="0">
                <a:solidFill>
                  <a:srgbClr val="0E3449"/>
                </a:solidFill>
                <a:latin typeface="Inter Medium"/>
                <a:ea typeface="Inter Medium"/>
                <a:cs typeface="Inter Medium"/>
                <a:sym typeface="Inter Medium"/>
              </a:rPr>
              <a:t>Temps d’échange</a:t>
            </a:r>
            <a:endParaRPr sz="3200" dirty="0">
              <a:solidFill>
                <a:srgbClr val="0E344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833" y="643803"/>
            <a:ext cx="769200" cy="514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</TotalTime>
  <Words>115</Words>
  <Application>Microsoft Office PowerPoint</Application>
  <PresentationFormat>Grand écran</PresentationFormat>
  <Paragraphs>28</Paragraphs>
  <Slides>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Inter</vt:lpstr>
      <vt:lpstr>Inter Medium</vt:lpstr>
      <vt:lpstr>Inter SemiBold</vt:lpstr>
      <vt:lpstr>Thème Office</vt:lpstr>
      <vt:lpstr>Projet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Conclusion</vt:lpstr>
      <vt:lpstr>Merci de votre  attention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François MINARET</dc:creator>
  <cp:lastModifiedBy>François MINARET</cp:lastModifiedBy>
  <cp:revision>1</cp:revision>
  <dcterms:created xsi:type="dcterms:W3CDTF">2025-10-11T09:52:16Z</dcterms:created>
  <dcterms:modified xsi:type="dcterms:W3CDTF">2025-11-18T17:28:10Z</dcterms:modified>
</cp:coreProperties>
</file>