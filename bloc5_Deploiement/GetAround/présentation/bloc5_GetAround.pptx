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4" r:id="rId4"/>
    <p:sldId id="268" r:id="rId5"/>
    <p:sldId id="265" r:id="rId6"/>
    <p:sldId id="266" r:id="rId7"/>
    <p:sldId id="269" r:id="rId8"/>
    <p:sldId id="267" r:id="rId9"/>
    <p:sldId id="263" r:id="rId10"/>
    <p:sldId id="26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D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4EF75B-929E-436A-9AC7-1B3033542DC6}" v="18" dt="2025-11-16T10:28:5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çois MINARET" userId="adb28e3b60489278" providerId="LiveId" clId="{FD47C505-F23A-492F-98D9-621DCA942E01}"/>
    <pc:docChg chg="undo redo custSel addSld modSld sldOrd">
      <pc:chgData name="François MINARET" userId="adb28e3b60489278" providerId="LiveId" clId="{FD47C505-F23A-492F-98D9-621DCA942E01}" dt="2025-11-23T13:07:56.053" v="1872" actId="1076"/>
      <pc:docMkLst>
        <pc:docMk/>
      </pc:docMkLst>
      <pc:sldChg chg="addSp delSp modSp mod">
        <pc:chgData name="François MINARET" userId="adb28e3b60489278" providerId="LiveId" clId="{FD47C505-F23A-492F-98D9-621DCA942E01}" dt="2025-11-13T14:59:27.397" v="33" actId="20577"/>
        <pc:sldMkLst>
          <pc:docMk/>
          <pc:sldMk cId="2178862147" sldId="256"/>
        </pc:sldMkLst>
        <pc:spChg chg="mod">
          <ac:chgData name="François MINARET" userId="adb28e3b60489278" providerId="LiveId" clId="{FD47C505-F23A-492F-98D9-621DCA942E01}" dt="2025-11-13T14:59:27.397" v="33" actId="20577"/>
          <ac:spMkLst>
            <pc:docMk/>
            <pc:sldMk cId="2178862147" sldId="256"/>
            <ac:spMk id="12" creationId="{D1CF5CFC-29F7-1DEB-CF42-38E1B378DF70}"/>
          </ac:spMkLst>
        </pc:spChg>
        <pc:picChg chg="add mod">
          <ac:chgData name="François MINARET" userId="adb28e3b60489278" providerId="LiveId" clId="{FD47C505-F23A-492F-98D9-621DCA942E01}" dt="2025-11-13T14:58:55.466" v="2" actId="1076"/>
          <ac:picMkLst>
            <pc:docMk/>
            <pc:sldMk cId="2178862147" sldId="256"/>
            <ac:picMk id="2" creationId="{641442AC-BD59-5DCD-1757-139794FA8751}"/>
          </ac:picMkLst>
        </pc:picChg>
      </pc:sldChg>
      <pc:sldChg chg="addSp modSp mod">
        <pc:chgData name="François MINARET" userId="adb28e3b60489278" providerId="LiveId" clId="{FD47C505-F23A-492F-98D9-621DCA942E01}" dt="2025-11-13T16:11:25.776" v="148" actId="108"/>
        <pc:sldMkLst>
          <pc:docMk/>
          <pc:sldMk cId="646890803" sldId="257"/>
        </pc:sldMkLst>
        <pc:spChg chg="add mod">
          <ac:chgData name="François MINARET" userId="adb28e3b60489278" providerId="LiveId" clId="{FD47C505-F23A-492F-98D9-621DCA942E01}" dt="2025-11-13T16:11:25.776" v="148" actId="108"/>
          <ac:spMkLst>
            <pc:docMk/>
            <pc:sldMk cId="646890803" sldId="257"/>
            <ac:spMk id="2" creationId="{43DAE06E-A75B-F337-BFD5-CE3E9A3A0F67}"/>
          </ac:spMkLst>
        </pc:spChg>
      </pc:sldChg>
      <pc:sldChg chg="modSp mod">
        <pc:chgData name="François MINARET" userId="adb28e3b60489278" providerId="LiveId" clId="{FD47C505-F23A-492F-98D9-621DCA942E01}" dt="2025-11-15T14:32:17.053" v="1704" actId="1076"/>
        <pc:sldMkLst>
          <pc:docMk/>
          <pc:sldMk cId="3339861034" sldId="263"/>
        </pc:sldMkLst>
        <pc:spChg chg="mod">
          <ac:chgData name="François MINARET" userId="adb28e3b60489278" providerId="LiveId" clId="{FD47C505-F23A-492F-98D9-621DCA942E01}" dt="2025-11-15T14:32:17.053" v="1704" actId="1076"/>
          <ac:spMkLst>
            <pc:docMk/>
            <pc:sldMk cId="3339861034" sldId="263"/>
            <ac:spMk id="2" creationId="{2C552557-4D3F-FF01-A2FD-72174CD5B210}"/>
          </ac:spMkLst>
        </pc:spChg>
      </pc:sldChg>
      <pc:sldChg chg="modSp add mod">
        <pc:chgData name="François MINARET" userId="adb28e3b60489278" providerId="LiveId" clId="{FD47C505-F23A-492F-98D9-621DCA942E01}" dt="2025-11-13T16:12:55.598" v="352" actId="20577"/>
        <pc:sldMkLst>
          <pc:docMk/>
          <pc:sldMk cId="122830479" sldId="264"/>
        </pc:sldMkLst>
        <pc:spChg chg="mod">
          <ac:chgData name="François MINARET" userId="adb28e3b60489278" providerId="LiveId" clId="{FD47C505-F23A-492F-98D9-621DCA942E01}" dt="2025-11-13T16:12:55.598" v="352" actId="20577"/>
          <ac:spMkLst>
            <pc:docMk/>
            <pc:sldMk cId="122830479" sldId="264"/>
            <ac:spMk id="2" creationId="{1AE94779-3E2D-05BD-4649-878B46500DCB}"/>
          </ac:spMkLst>
        </pc:spChg>
        <pc:spChg chg="mod">
          <ac:chgData name="François MINARET" userId="adb28e3b60489278" providerId="LiveId" clId="{FD47C505-F23A-492F-98D9-621DCA942E01}" dt="2025-11-13T16:11:54.530" v="155" actId="20577"/>
          <ac:spMkLst>
            <pc:docMk/>
            <pc:sldMk cId="122830479" sldId="264"/>
            <ac:spMk id="6" creationId="{8C6F634E-05A9-E197-5F8E-71C5E65B4970}"/>
          </ac:spMkLst>
        </pc:spChg>
      </pc:sldChg>
      <pc:sldChg chg="addSp delSp modSp add mod setBg">
        <pc:chgData name="François MINARET" userId="adb28e3b60489278" providerId="LiveId" clId="{FD47C505-F23A-492F-98D9-621DCA942E01}" dt="2025-11-18T17:51:19.292" v="1842" actId="1036"/>
        <pc:sldMkLst>
          <pc:docMk/>
          <pc:sldMk cId="3082338210" sldId="265"/>
        </pc:sldMkLst>
        <pc:spChg chg="mod">
          <ac:chgData name="François MINARET" userId="adb28e3b60489278" providerId="LiveId" clId="{FD47C505-F23A-492F-98D9-621DCA942E01}" dt="2025-11-15T11:25:52.949" v="501" actId="14100"/>
          <ac:spMkLst>
            <pc:docMk/>
            <pc:sldMk cId="3082338210" sldId="265"/>
            <ac:spMk id="6" creationId="{1E72A700-EF5B-5C61-C91A-7AE1E0135470}"/>
          </ac:spMkLst>
        </pc:spChg>
        <pc:spChg chg="add mod">
          <ac:chgData name="François MINARET" userId="adb28e3b60489278" providerId="LiveId" clId="{FD47C505-F23A-492F-98D9-621DCA942E01}" dt="2025-11-15T14:06:34.773" v="635" actId="20577"/>
          <ac:spMkLst>
            <pc:docMk/>
            <pc:sldMk cId="3082338210" sldId="265"/>
            <ac:spMk id="17" creationId="{58955673-994E-2B89-1866-97A9006A7F8D}"/>
          </ac:spMkLst>
        </pc:spChg>
        <pc:spChg chg="add">
          <ac:chgData name="François MINARET" userId="adb28e3b60489278" providerId="LiveId" clId="{FD47C505-F23A-492F-98D9-621DCA942E01}" dt="2025-11-15T11:02:44.688" v="482" actId="26606"/>
          <ac:spMkLst>
            <pc:docMk/>
            <pc:sldMk cId="3082338210" sldId="265"/>
            <ac:spMk id="43" creationId="{E73BBE33-B533-4661-8A6A-6BD8D05EB19A}"/>
          </ac:spMkLst>
        </pc:spChg>
        <pc:picChg chg="mod ord">
          <ac:chgData name="François MINARET" userId="adb28e3b60489278" providerId="LiveId" clId="{FD47C505-F23A-492F-98D9-621DCA942E01}" dt="2025-11-15T11:02:49.287" v="483" actId="27614"/>
          <ac:picMkLst>
            <pc:docMk/>
            <pc:sldMk cId="3082338210" sldId="265"/>
            <ac:picMk id="7" creationId="{C871A2F2-A387-AF96-6E56-A71CDE71C4FA}"/>
          </ac:picMkLst>
        </pc:picChg>
        <pc:picChg chg="add mod ord">
          <ac:chgData name="François MINARET" userId="adb28e3b60489278" providerId="LiveId" clId="{FD47C505-F23A-492F-98D9-621DCA942E01}" dt="2025-11-18T17:41:56.507" v="1828" actId="1076"/>
          <ac:picMkLst>
            <pc:docMk/>
            <pc:sldMk cId="3082338210" sldId="265"/>
            <ac:picMk id="8" creationId="{AEEAB41E-3042-1DCA-6177-3C0F4CB7CACE}"/>
          </ac:picMkLst>
        </pc:picChg>
        <pc:picChg chg="add mod">
          <ac:chgData name="François MINARET" userId="adb28e3b60489278" providerId="LiveId" clId="{FD47C505-F23A-492F-98D9-621DCA942E01}" dt="2025-11-18T17:51:19.292" v="1842" actId="1036"/>
          <ac:picMkLst>
            <pc:docMk/>
            <pc:sldMk cId="3082338210" sldId="265"/>
            <ac:picMk id="12" creationId="{8E1B4EC7-4D2D-A02B-04C5-6FCF3567B0FE}"/>
          </ac:picMkLst>
        </pc:picChg>
        <pc:picChg chg="add mod">
          <ac:chgData name="François MINARET" userId="adb28e3b60489278" providerId="LiveId" clId="{FD47C505-F23A-492F-98D9-621DCA942E01}" dt="2025-11-18T17:44:59.960" v="1831" actId="1076"/>
          <ac:picMkLst>
            <pc:docMk/>
            <pc:sldMk cId="3082338210" sldId="265"/>
            <ac:picMk id="14" creationId="{FA038035-62CE-C63C-7721-4C1B900CA0D9}"/>
          </ac:picMkLst>
        </pc:picChg>
        <pc:picChg chg="add mod ord">
          <ac:chgData name="François MINARET" userId="adb28e3b60489278" providerId="LiveId" clId="{FD47C505-F23A-492F-98D9-621DCA942E01}" dt="2025-11-18T17:45:05.081" v="1832" actId="1076"/>
          <ac:picMkLst>
            <pc:docMk/>
            <pc:sldMk cId="3082338210" sldId="265"/>
            <ac:picMk id="16" creationId="{1CA8838B-845A-EF1A-057B-82AE6E5A23AE}"/>
          </ac:picMkLst>
        </pc:picChg>
        <pc:picChg chg="add mod">
          <ac:chgData name="François MINARET" userId="adb28e3b60489278" providerId="LiveId" clId="{FD47C505-F23A-492F-98D9-621DCA942E01}" dt="2025-11-15T14:20:48.110" v="1182" actId="1076"/>
          <ac:picMkLst>
            <pc:docMk/>
            <pc:sldMk cId="3082338210" sldId="265"/>
            <ac:picMk id="20" creationId="{9BC695EC-F3C1-33B7-5D39-8B8F4C332AC3}"/>
          </ac:picMkLst>
        </pc:picChg>
      </pc:sldChg>
      <pc:sldChg chg="addSp delSp modSp add mod setBg">
        <pc:chgData name="François MINARET" userId="adb28e3b60489278" providerId="LiveId" clId="{FD47C505-F23A-492F-98D9-621DCA942E01}" dt="2025-11-15T14:21:45.639" v="1186" actId="1076"/>
        <pc:sldMkLst>
          <pc:docMk/>
          <pc:sldMk cId="372562081" sldId="266"/>
        </pc:sldMkLst>
        <pc:spChg chg="mod">
          <ac:chgData name="François MINARET" userId="adb28e3b60489278" providerId="LiveId" clId="{FD47C505-F23A-492F-98D9-621DCA942E01}" dt="2025-11-15T14:03:46.101" v="626" actId="1076"/>
          <ac:spMkLst>
            <pc:docMk/>
            <pc:sldMk cId="372562081" sldId="266"/>
            <ac:spMk id="6" creationId="{8FD6618E-503E-D6CE-99A2-EB57D90535EE}"/>
          </ac:spMkLst>
        </pc:spChg>
        <pc:spChg chg="add mod">
          <ac:chgData name="François MINARET" userId="adb28e3b60489278" providerId="LiveId" clId="{FD47C505-F23A-492F-98D9-621DCA942E01}" dt="2025-11-15T14:08:29.213" v="817" actId="20577"/>
          <ac:spMkLst>
            <pc:docMk/>
            <pc:sldMk cId="372562081" sldId="266"/>
            <ac:spMk id="25" creationId="{3854B9F1-5055-9B5B-D2EB-A6686E361B04}"/>
          </ac:spMkLst>
        </pc:spChg>
        <pc:spChg chg="add">
          <ac:chgData name="François MINARET" userId="adb28e3b60489278" providerId="LiveId" clId="{FD47C505-F23A-492F-98D9-621DCA942E01}" dt="2025-11-15T11:03:09.484" v="489" actId="26606"/>
          <ac:spMkLst>
            <pc:docMk/>
            <pc:sldMk cId="372562081" sldId="266"/>
            <ac:spMk id="42" creationId="{F76371D7-6733-4D74-8B73-248817D8A1B9}"/>
          </ac:spMkLst>
        </pc:spChg>
        <pc:spChg chg="add">
          <ac:chgData name="François MINARET" userId="adb28e3b60489278" providerId="LiveId" clId="{FD47C505-F23A-492F-98D9-621DCA942E01}" dt="2025-11-15T11:03:09.484" v="489" actId="26606"/>
          <ac:spMkLst>
            <pc:docMk/>
            <pc:sldMk cId="372562081" sldId="266"/>
            <ac:spMk id="44" creationId="{3FCFB1DE-0B7E-48CC-BA90-B2AB0889F9D6}"/>
          </ac:spMkLst>
        </pc:spChg>
        <pc:picChg chg="ord">
          <ac:chgData name="François MINARET" userId="adb28e3b60489278" providerId="LiveId" clId="{FD47C505-F23A-492F-98D9-621DCA942E01}" dt="2025-11-15T11:03:09.484" v="489" actId="26606"/>
          <ac:picMkLst>
            <pc:docMk/>
            <pc:sldMk cId="372562081" sldId="266"/>
            <ac:picMk id="7" creationId="{6AE09CC4-8F4A-7C30-1B34-9BF75A1032B6}"/>
          </ac:picMkLst>
        </pc:picChg>
        <pc:picChg chg="add mod ord">
          <ac:chgData name="François MINARET" userId="adb28e3b60489278" providerId="LiveId" clId="{FD47C505-F23A-492F-98D9-621DCA942E01}" dt="2025-11-15T11:03:09.484" v="489" actId="26606"/>
          <ac:picMkLst>
            <pc:docMk/>
            <pc:sldMk cId="372562081" sldId="266"/>
            <ac:picMk id="18" creationId="{54375CE8-9204-5321-458F-72E9B5C88E0D}"/>
          </ac:picMkLst>
        </pc:picChg>
        <pc:picChg chg="add mod ord">
          <ac:chgData name="François MINARET" userId="adb28e3b60489278" providerId="LiveId" clId="{FD47C505-F23A-492F-98D9-621DCA942E01}" dt="2025-11-15T11:03:09.484" v="489" actId="26606"/>
          <ac:picMkLst>
            <pc:docMk/>
            <pc:sldMk cId="372562081" sldId="266"/>
            <ac:picMk id="20" creationId="{F9AA2072-7C1B-61C2-A091-DF7AD6CA4D6E}"/>
          </ac:picMkLst>
        </pc:picChg>
        <pc:picChg chg="add mod ord">
          <ac:chgData name="François MINARET" userId="adb28e3b60489278" providerId="LiveId" clId="{FD47C505-F23A-492F-98D9-621DCA942E01}" dt="2025-11-15T11:03:09.484" v="489" actId="26606"/>
          <ac:picMkLst>
            <pc:docMk/>
            <pc:sldMk cId="372562081" sldId="266"/>
            <ac:picMk id="22" creationId="{A288420F-876A-48C3-C65C-A8A1954FBF44}"/>
          </ac:picMkLst>
        </pc:picChg>
        <pc:picChg chg="add mod">
          <ac:chgData name="François MINARET" userId="adb28e3b60489278" providerId="LiveId" clId="{FD47C505-F23A-492F-98D9-621DCA942E01}" dt="2025-11-15T11:03:09.484" v="489" actId="26606"/>
          <ac:picMkLst>
            <pc:docMk/>
            <pc:sldMk cId="372562081" sldId="266"/>
            <ac:picMk id="24" creationId="{8485BD74-2DBB-8C13-2503-049E61AECEBF}"/>
          </ac:picMkLst>
        </pc:picChg>
        <pc:picChg chg="add mod">
          <ac:chgData name="François MINARET" userId="adb28e3b60489278" providerId="LiveId" clId="{FD47C505-F23A-492F-98D9-621DCA942E01}" dt="2025-11-15T14:21:45.639" v="1186" actId="1076"/>
          <ac:picMkLst>
            <pc:docMk/>
            <pc:sldMk cId="372562081" sldId="266"/>
            <ac:picMk id="30" creationId="{3E26BE50-55EB-E062-ADEF-FA007DB9EA35}"/>
          </ac:picMkLst>
        </pc:picChg>
      </pc:sldChg>
      <pc:sldChg chg="addSp delSp modSp add mod setBg delDesignElem">
        <pc:chgData name="François MINARET" userId="adb28e3b60489278" providerId="LiveId" clId="{FD47C505-F23A-492F-98D9-621DCA942E01}" dt="2025-11-16T10:30:36.456" v="1824" actId="1076"/>
        <pc:sldMkLst>
          <pc:docMk/>
          <pc:sldMk cId="961769357" sldId="267"/>
        </pc:sldMkLst>
        <pc:spChg chg="add mod">
          <ac:chgData name="François MINARET" userId="adb28e3b60489278" providerId="LiveId" clId="{FD47C505-F23A-492F-98D9-621DCA942E01}" dt="2025-11-16T10:30:28.075" v="1823" actId="6549"/>
          <ac:spMkLst>
            <pc:docMk/>
            <pc:sldMk cId="961769357" sldId="267"/>
            <ac:spMk id="3" creationId="{F3DEF9E1-50EA-B13F-582A-268146633335}"/>
          </ac:spMkLst>
        </pc:spChg>
        <pc:spChg chg="mod">
          <ac:chgData name="François MINARET" userId="adb28e3b60489278" providerId="LiveId" clId="{FD47C505-F23A-492F-98D9-621DCA942E01}" dt="2025-11-15T14:11:11.896" v="859" actId="255"/>
          <ac:spMkLst>
            <pc:docMk/>
            <pc:sldMk cId="961769357" sldId="267"/>
            <ac:spMk id="6" creationId="{DC9A8E44-E17C-1F3D-1E80-DC4B6506E89D}"/>
          </ac:spMkLst>
        </pc:spChg>
        <pc:picChg chg="add mod">
          <ac:chgData name="François MINARET" userId="adb28e3b60489278" providerId="LiveId" clId="{FD47C505-F23A-492F-98D9-621DCA942E01}" dt="2025-11-16T10:30:36.456" v="1824" actId="1076"/>
          <ac:picMkLst>
            <pc:docMk/>
            <pc:sldMk cId="961769357" sldId="267"/>
            <ac:picMk id="5" creationId="{8E5CA1CA-35EA-917C-111A-F1FB008D4856}"/>
          </ac:picMkLst>
        </pc:picChg>
        <pc:picChg chg="add mod">
          <ac:chgData name="François MINARET" userId="adb28e3b60489278" providerId="LiveId" clId="{FD47C505-F23A-492F-98D9-621DCA942E01}" dt="2025-11-15T14:26:53.159" v="1192" actId="1076"/>
          <ac:picMkLst>
            <pc:docMk/>
            <pc:sldMk cId="961769357" sldId="267"/>
            <ac:picMk id="9" creationId="{5962DD4D-3ED3-AB26-BA02-5DE8C97D2111}"/>
          </ac:picMkLst>
        </pc:picChg>
      </pc:sldChg>
      <pc:sldChg chg="addSp delSp modSp add mod setBg">
        <pc:chgData name="François MINARET" userId="adb28e3b60489278" providerId="LiveId" clId="{FD47C505-F23A-492F-98D9-621DCA942E01}" dt="2025-11-15T14:16:20.413" v="1180" actId="1076"/>
        <pc:sldMkLst>
          <pc:docMk/>
          <pc:sldMk cId="1891148332" sldId="268"/>
        </pc:sldMkLst>
        <pc:spChg chg="mod">
          <ac:chgData name="François MINARET" userId="adb28e3b60489278" providerId="LiveId" clId="{FD47C505-F23A-492F-98D9-621DCA942E01}" dt="2025-11-15T14:15:48.399" v="1175" actId="26606"/>
          <ac:spMkLst>
            <pc:docMk/>
            <pc:sldMk cId="1891148332" sldId="268"/>
            <ac:spMk id="2" creationId="{B924F075-018E-45D2-D3DD-67BBFCCF1E50}"/>
          </ac:spMkLst>
        </pc:spChg>
        <pc:spChg chg="mod">
          <ac:chgData name="François MINARET" userId="adb28e3b60489278" providerId="LiveId" clId="{FD47C505-F23A-492F-98D9-621DCA942E01}" dt="2025-11-15T14:16:20.413" v="1180" actId="1076"/>
          <ac:spMkLst>
            <pc:docMk/>
            <pc:sldMk cId="1891148332" sldId="268"/>
            <ac:spMk id="6" creationId="{EA0A6846-6A64-359E-C66C-9311DB9B107C}"/>
          </ac:spMkLst>
        </pc:spChg>
        <pc:spChg chg="add">
          <ac:chgData name="François MINARET" userId="adb28e3b60489278" providerId="LiveId" clId="{FD47C505-F23A-492F-98D9-621DCA942E01}" dt="2025-11-15T14:15:48.399" v="1175" actId="26606"/>
          <ac:spMkLst>
            <pc:docMk/>
            <pc:sldMk cId="1891148332" sldId="268"/>
            <ac:spMk id="9" creationId="{32AEEBC8-9D30-42EF-95F2-386C2653FBF0}"/>
          </ac:spMkLst>
        </pc:spChg>
        <pc:spChg chg="add">
          <ac:chgData name="François MINARET" userId="adb28e3b60489278" providerId="LiveId" clId="{FD47C505-F23A-492F-98D9-621DCA942E01}" dt="2025-11-15T14:15:48.399" v="1175" actId="26606"/>
          <ac:spMkLst>
            <pc:docMk/>
            <pc:sldMk cId="1891148332" sldId="268"/>
            <ac:spMk id="10" creationId="{2E92FA66-67D7-4CB4-94D3-E643A9AD4757}"/>
          </ac:spMkLst>
        </pc:spChg>
        <pc:picChg chg="add del mod">
          <ac:chgData name="François MINARET" userId="adb28e3b60489278" providerId="LiveId" clId="{FD47C505-F23A-492F-98D9-621DCA942E01}" dt="2025-11-15T14:15:48.399" v="1175" actId="26606"/>
          <ac:picMkLst>
            <pc:docMk/>
            <pc:sldMk cId="1891148332" sldId="268"/>
            <ac:picMk id="4" creationId="{23D0A94E-BFB8-A00E-3338-24357C094C0B}"/>
          </ac:picMkLst>
        </pc:picChg>
        <pc:picChg chg="ord">
          <ac:chgData name="François MINARET" userId="adb28e3b60489278" providerId="LiveId" clId="{FD47C505-F23A-492F-98D9-621DCA942E01}" dt="2025-11-15T14:15:48.399" v="1175" actId="26606"/>
          <ac:picMkLst>
            <pc:docMk/>
            <pc:sldMk cId="1891148332" sldId="268"/>
            <ac:picMk id="7" creationId="{27ED153D-AE1E-6915-B9FC-D8258A4E7352}"/>
          </ac:picMkLst>
        </pc:picChg>
      </pc:sldChg>
      <pc:sldChg chg="addSp delSp modSp add mod ord">
        <pc:chgData name="François MINARET" userId="adb28e3b60489278" providerId="LiveId" clId="{FD47C505-F23A-492F-98D9-621DCA942E01}" dt="2025-11-23T13:07:56.053" v="1872" actId="1076"/>
        <pc:sldMkLst>
          <pc:docMk/>
          <pc:sldMk cId="2230411402" sldId="269"/>
        </pc:sldMkLst>
        <pc:spChg chg="mod">
          <ac:chgData name="François MINARET" userId="adb28e3b60489278" providerId="LiveId" clId="{FD47C505-F23A-492F-98D9-621DCA942E01}" dt="2025-11-23T13:07:18.815" v="1863" actId="1076"/>
          <ac:spMkLst>
            <pc:docMk/>
            <pc:sldMk cId="2230411402" sldId="269"/>
            <ac:spMk id="3" creationId="{44CF1F3C-0FFD-2DF6-A79B-16D789BE32BF}"/>
          </ac:spMkLst>
        </pc:spChg>
        <pc:spChg chg="mod">
          <ac:chgData name="François MINARET" userId="adb28e3b60489278" providerId="LiveId" clId="{FD47C505-F23A-492F-98D9-621DCA942E01}" dt="2025-11-23T13:07:25.415" v="1864" actId="1076"/>
          <ac:spMkLst>
            <pc:docMk/>
            <pc:sldMk cId="2230411402" sldId="269"/>
            <ac:spMk id="6" creationId="{75AC3054-EB77-1D12-ACA4-2C0ACDA97EAA}"/>
          </ac:spMkLst>
        </pc:spChg>
        <pc:spChg chg="add mod">
          <ac:chgData name="François MINARET" userId="adb28e3b60489278" providerId="LiveId" clId="{FD47C505-F23A-492F-98D9-621DCA942E01}" dt="2025-11-18T17:57:05.180" v="1845" actId="6549"/>
          <ac:spMkLst>
            <pc:docMk/>
            <pc:sldMk cId="2230411402" sldId="269"/>
            <ac:spMk id="8" creationId="{8FCC86AC-7846-79A7-060E-4E9C3C2ACEFE}"/>
          </ac:spMkLst>
        </pc:spChg>
        <pc:spChg chg="add mod">
          <ac:chgData name="François MINARET" userId="adb28e3b60489278" providerId="LiveId" clId="{FD47C505-F23A-492F-98D9-621DCA942E01}" dt="2025-11-23T13:06:56.234" v="1852" actId="1076"/>
          <ac:spMkLst>
            <pc:docMk/>
            <pc:sldMk cId="2230411402" sldId="269"/>
            <ac:spMk id="10" creationId="{FF0C55EF-32D2-1B31-73F3-C7D56FCB2DE7}"/>
          </ac:spMkLst>
        </pc:spChg>
        <pc:spChg chg="add mod">
          <ac:chgData name="François MINARET" userId="adb28e3b60489278" providerId="LiveId" clId="{FD47C505-F23A-492F-98D9-621DCA942E01}" dt="2025-11-23T13:07:49.112" v="1870" actId="1076"/>
          <ac:spMkLst>
            <pc:docMk/>
            <pc:sldMk cId="2230411402" sldId="269"/>
            <ac:spMk id="11" creationId="{F967F84A-D2AA-9BB2-BFB1-E2E85EC4E725}"/>
          </ac:spMkLst>
        </pc:spChg>
        <pc:picChg chg="del mod">
          <ac:chgData name="François MINARET" userId="adb28e3b60489278" providerId="LiveId" clId="{FD47C505-F23A-492F-98D9-621DCA942E01}" dt="2025-11-23T13:06:28.751" v="1847" actId="478"/>
          <ac:picMkLst>
            <pc:docMk/>
            <pc:sldMk cId="2230411402" sldId="269"/>
            <ac:picMk id="4" creationId="{96769BC9-E114-A67C-4327-2C3D95A76825}"/>
          </ac:picMkLst>
        </pc:picChg>
        <pc:picChg chg="add mod">
          <ac:chgData name="François MINARET" userId="adb28e3b60489278" providerId="LiveId" clId="{FD47C505-F23A-492F-98D9-621DCA942E01}" dt="2025-11-23T13:07:56.053" v="1872" actId="1076"/>
          <ac:picMkLst>
            <pc:docMk/>
            <pc:sldMk cId="2230411402" sldId="269"/>
            <ac:picMk id="5" creationId="{1739CC2A-E113-C605-3C5D-1D92F0F3F4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C2F27-982B-42A8-94AF-0D45A63E0230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F7E623-16E1-4307-A9A2-8188CE43D1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2004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15DA6D-E56C-2E44-AF3D-6D645C5AB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8E148CC-BB62-DC81-BF11-855A68F56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70BDE-2C00-4B13-811B-E50A9CF29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3D3475-AF7A-9850-9B87-B07E48B5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DD8593-6E53-DB49-34CC-4ADF9CFA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4132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ABFE7-D3AC-9C5D-41E7-772E8BAEC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998229-3273-F95A-5E6D-B475AE6DA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CB82F61-90DA-3A88-98CF-22622AC9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DF595BC-64B1-462E-6EAD-CE79F9F06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653CE0C-BF51-5C3B-8A0C-332A0B438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876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2A6C44-4094-4524-4C1A-069FCEA97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B9E72D-5847-0C39-14D4-D791A181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F80597-FB82-1DF6-AEC8-AC528C28D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3EC15-0190-22F6-D613-14A8462B0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78D53B-9684-41EE-7DF5-B779A1484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2403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0D0DD0-1D15-B451-4F97-4C40B5247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C6C98A-CF5D-4CDC-32FA-A319307A8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484433-131D-F9BD-3FB5-F5572EA88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FFF403-2189-B933-2F0C-B04D7F578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A89B1D7-E734-D892-95B2-E3A8338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344D2D-A032-3907-A397-1B6E896F2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DC039D-D255-1FF2-C422-2F3F41699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01B111F-2990-045D-341E-34BDF23AF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891727C-F789-AE4E-BCE4-3EB23A32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8E4E0A-6272-0DF7-DA30-F7A33B2C3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B06C329-DCD5-3E5D-1236-91D4171FE4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32AC19A-E7FD-E223-27D0-3E0567415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181647F-9434-1D7B-B5A9-9D3B8ED8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744FD2-B37B-A487-D0F2-635E80A1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402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6A075E-5356-5062-9326-990C3C183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D5C7861-336E-D108-F7C7-B629D241C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1FD0D80-175E-FD6F-C519-4959F9043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28F751E-BA53-9BE1-30B9-68A5410B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4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64D89B9-05FA-0B2F-0BA5-C16C6F794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BA1CBB-526E-648D-3E3B-377DD64D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C7DC55-2AF9-624F-2BFF-4A5CB4517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346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945F72-332C-27C8-B442-7F8D044D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E153C5-15CD-0476-E946-8568368C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27AF03-6E94-6FFC-3D5D-E056AD2B9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8E503C4-B844-1130-BA18-540062C1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BD46CD-8371-DF44-2906-531FE7A71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25E729-8F44-E959-9906-2F45628A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03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2C0FDB-32C5-2305-D8F2-265460C6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313006-F61A-C1D9-FEC1-24BADCF44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294C3B-98E8-EA5C-21FE-241F56A269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A38D992-F579-13A6-FEB6-DC3808FC3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5A3BB4-37F1-0BFF-1175-1BCAFEED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83EFD3B-750B-9EBD-B01C-5809BB07C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210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E1073-7948-359E-F22D-54C036F8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5401AC-54FD-C010-976A-7B3A35B3A3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A9D02C-9006-091D-EE28-1105EEF88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7DC9936-FAAD-A3AC-69B2-212B6996B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03F0A2-E86E-92A1-D47B-803D9DA55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99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968D63-ED2E-1EA8-05D9-88DE04653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BE67DC7-09B0-0FAD-C864-AB0ADFB076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A6AAAE-9252-A8AE-A74E-87E45AAF8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8D99D1-4959-D50E-7B06-2204FB076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A9EA49-6BEC-5F87-EBD3-BECAEF69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8584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975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4E9189-C610-CEDC-0A19-B73F6802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71E859C-826D-5D09-4D62-3ACAB2902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15E5F7-B3F5-1EBF-6635-E5C807A816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522001-887D-4F90-93FD-A261D78EF541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AF4CCFA-2BA7-7567-22AB-AB9AAEA4F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5BDE700-A660-CB72-EDFA-18283D6965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55EC9-B38A-4640-B793-01C1D9E2F0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8687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884A2DCC-0870-8B4D-3425-DCE826F4369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172601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" name="Google Shape;55;p13">
            <a:extLst>
              <a:ext uri="{FF2B5EF4-FFF2-40B4-BE49-F238E27FC236}">
                <a16:creationId xmlns:a16="http://schemas.microsoft.com/office/drawing/2014/main" id="{DB28ABAE-4F4A-9243-202B-AF80312CFB1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5BAED8EC-0DF3-76E2-3749-BADEF061E2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57;p13">
            <a:extLst>
              <a:ext uri="{FF2B5EF4-FFF2-40B4-BE49-F238E27FC236}">
                <a16:creationId xmlns:a16="http://schemas.microsoft.com/office/drawing/2014/main" id="{D1CF5CFC-29F7-1DEB-CF42-38E1B378DF70}"/>
              </a:ext>
            </a:extLst>
          </p:cNvPr>
          <p:cNvSpPr txBox="1">
            <a:spLocks/>
          </p:cNvSpPr>
          <p:nvPr/>
        </p:nvSpPr>
        <p:spPr>
          <a:xfrm>
            <a:off x="735464" y="2457591"/>
            <a:ext cx="5315100" cy="5331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</a:pPr>
            <a:r>
              <a:rPr lang="fr-FR" sz="25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Bloc 5 : Déploiement</a:t>
            </a:r>
          </a:p>
        </p:txBody>
      </p:sp>
      <p:pic>
        <p:nvPicPr>
          <p:cNvPr id="2" name="Image 1" descr="Une image contenant Police, Graphique, graphisme, logo&#10;&#10;Le contenu généré par l’IA peut être incorrect.">
            <a:extLst>
              <a:ext uri="{FF2B5EF4-FFF2-40B4-BE49-F238E27FC236}">
                <a16:creationId xmlns:a16="http://schemas.microsoft.com/office/drawing/2014/main" id="{641442AC-BD59-5DCD-1757-139794FA8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8522" y="1112900"/>
            <a:ext cx="4196690" cy="114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2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313F31CC-366F-38B2-EE15-BDC8DDE75B4D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Contexte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E2C43E41-2636-DB42-74C3-1C63BCDF211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3DAE06E-A75B-F337-BFD5-CE3E9A3A0F67}"/>
              </a:ext>
            </a:extLst>
          </p:cNvPr>
          <p:cNvSpPr txBox="1"/>
          <p:nvPr/>
        </p:nvSpPr>
        <p:spPr>
          <a:xfrm>
            <a:off x="2111829" y="2710543"/>
            <a:ext cx="7881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Nous louons des véhicules et souhaitons étudier pour nos utilisateurs : </a:t>
            </a:r>
            <a:b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</a:b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 - une analyse des retards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 - une analyse des prix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 - une estimation des prix de location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6890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D984-24B5-A7A7-E0A0-76EDD30CC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8C6F634E-05A9-E197-5F8E-71C5E65B4970}"/>
              </a:ext>
            </a:extLst>
          </p:cNvPr>
          <p:cNvSpPr txBox="1">
            <a:spLocks/>
          </p:cNvSpPr>
          <p:nvPr/>
        </p:nvSpPr>
        <p:spPr>
          <a:xfrm>
            <a:off x="846308" y="1361005"/>
            <a:ext cx="10490285" cy="4636672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fr-FR" sz="3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Data :</a:t>
            </a:r>
          </a:p>
          <a:p>
            <a:pPr>
              <a:spcBef>
                <a:spcPts val="0"/>
              </a:spcBef>
            </a:pPr>
            <a:br>
              <a:rPr lang="fr-FR" sz="45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</a:br>
            <a:endParaRPr lang="fr-FR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A52BC78E-ADA2-C098-D951-D6991886F7E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1AE94779-3E2D-05BD-4649-878B46500DCB}"/>
              </a:ext>
            </a:extLst>
          </p:cNvPr>
          <p:cNvSpPr txBox="1"/>
          <p:nvPr/>
        </p:nvSpPr>
        <p:spPr>
          <a:xfrm>
            <a:off x="2111829" y="2710543"/>
            <a:ext cx="78812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Deux fichiers sont fournis et contiennent : </a:t>
            </a:r>
            <a:b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</a:b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d’un côté les éléments permettant d’étudier l’impact des retards sur les annulations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d’un côté les éléments permettant d’étudier les prix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83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18D45A-B01D-D6C8-4D95-C5EB964A2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EA0A6846-6A64-359E-C66C-9311DB9B107C}"/>
              </a:ext>
            </a:extLst>
          </p:cNvPr>
          <p:cNvSpPr txBox="1">
            <a:spLocks/>
          </p:cNvSpPr>
          <p:nvPr/>
        </p:nvSpPr>
        <p:spPr>
          <a:xfrm>
            <a:off x="1040275" y="722903"/>
            <a:ext cx="3419856" cy="146304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b="1" dirty="0" err="1">
                <a:solidFill>
                  <a:srgbClr val="0E3449"/>
                </a:solidFill>
                <a:latin typeface="Inter"/>
                <a:ea typeface="Inter"/>
                <a:sym typeface="Inter"/>
              </a:rPr>
              <a:t>Déploiement</a:t>
            </a:r>
            <a: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 :</a:t>
            </a:r>
          </a:p>
          <a:p>
            <a:pPr>
              <a:spcAft>
                <a:spcPts val="600"/>
              </a:spcAft>
            </a:pPr>
            <a:b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</a:br>
            <a:endParaRPr lang="en-US" sz="26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225296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924F075-018E-45D2-D3DD-67BBFCCF1E50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Les EDA prix et retards ainsi que l’API de prix sont déployé sur HuggingFace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D0A94E-BFB8-A00E-3338-24357C094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742" y="2290936"/>
            <a:ext cx="8654323" cy="3959352"/>
          </a:xfrm>
          <a:prstGeom prst="rect">
            <a:avLst/>
          </a:prstGeom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27ED153D-AE1E-6915-B9FC-D8258A4E73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114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BAA80-D93D-7836-F02A-93B4260D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E73BBE33-B533-4661-8A6A-6BD8D05EB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1E72A700-EF5B-5C61-C91A-7AE1E0135470}"/>
              </a:ext>
            </a:extLst>
          </p:cNvPr>
          <p:cNvSpPr txBox="1">
            <a:spLocks/>
          </p:cNvSpPr>
          <p:nvPr/>
        </p:nvSpPr>
        <p:spPr>
          <a:xfrm>
            <a:off x="865777" y="1063828"/>
            <a:ext cx="3357159" cy="1467554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Dataset retard :</a:t>
            </a:r>
          </a:p>
          <a:p>
            <a:pPr>
              <a:spcAft>
                <a:spcPts val="600"/>
              </a:spcAft>
            </a:pPr>
            <a:b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</a:br>
            <a:endParaRPr lang="en-US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"/>
            </a:endParaRPr>
          </a:p>
        </p:txBody>
      </p:sp>
      <p:pic>
        <p:nvPicPr>
          <p:cNvPr id="12" name="Image 11" descr="Une image contenant texte, capture d’écran, diagramme, logiciel&#10;&#10;Le contenu généré par l’IA peut être incorrect.">
            <a:extLst>
              <a:ext uri="{FF2B5EF4-FFF2-40B4-BE49-F238E27FC236}">
                <a16:creationId xmlns:a16="http://schemas.microsoft.com/office/drawing/2014/main" id="{8E1B4EC7-4D2D-A02B-04C5-6FCF3567B0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58" r="4" b="4"/>
          <a:stretch>
            <a:fillRect/>
          </a:stretch>
        </p:blipFill>
        <p:spPr>
          <a:xfrm>
            <a:off x="4144259" y="250371"/>
            <a:ext cx="3258850" cy="2645231"/>
          </a:xfrm>
          <a:prstGeom prst="rect">
            <a:avLst/>
          </a:prstGeom>
        </p:spPr>
      </p:pic>
      <p:pic>
        <p:nvPicPr>
          <p:cNvPr id="14" name="Image 1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FA038035-62CE-C63C-7721-4C1B900CA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88" b="-4"/>
          <a:stretch>
            <a:fillRect/>
          </a:stretch>
        </p:blipFill>
        <p:spPr>
          <a:xfrm>
            <a:off x="7489023" y="3458411"/>
            <a:ext cx="4614002" cy="3337539"/>
          </a:xfrm>
          <a:prstGeom prst="rect">
            <a:avLst/>
          </a:prstGeom>
        </p:spPr>
      </p:pic>
      <p:pic>
        <p:nvPicPr>
          <p:cNvPr id="8" name="Image 7" descr="Une image contenant capture d’écran, diagramme, Modélisation 3D&#10;&#10;Le contenu généré par l’IA peut être incorrect.">
            <a:extLst>
              <a:ext uri="{FF2B5EF4-FFF2-40B4-BE49-F238E27FC236}">
                <a16:creationId xmlns:a16="http://schemas.microsoft.com/office/drawing/2014/main" id="{AEEAB41E-3042-1DCA-6177-3C0F4CB7CA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227" r="-6" b="-6"/>
          <a:stretch>
            <a:fillRect/>
          </a:stretch>
        </p:blipFill>
        <p:spPr>
          <a:xfrm>
            <a:off x="4144259" y="3833150"/>
            <a:ext cx="3258838" cy="2645231"/>
          </a:xfrm>
          <a:prstGeom prst="rect">
            <a:avLst/>
          </a:prstGeom>
        </p:spPr>
      </p:pic>
      <p:pic>
        <p:nvPicPr>
          <p:cNvPr id="16" name="Image 15" descr="Une image contenant texte, capture d’écran, diagramme&#10;&#10;Le contenu généré par l’IA peut être incorrect.">
            <a:extLst>
              <a:ext uri="{FF2B5EF4-FFF2-40B4-BE49-F238E27FC236}">
                <a16:creationId xmlns:a16="http://schemas.microsoft.com/office/drawing/2014/main" id="{1CA8838B-845A-EF1A-057B-82AE6E5A23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63"/>
          <a:stretch>
            <a:fillRect/>
          </a:stretch>
        </p:blipFill>
        <p:spPr>
          <a:xfrm>
            <a:off x="7489023" y="62050"/>
            <a:ext cx="4614002" cy="3348735"/>
          </a:xfrm>
          <a:prstGeom prst="rect">
            <a:avLst/>
          </a:prstGeom>
        </p:spPr>
      </p:pic>
      <p:pic>
        <p:nvPicPr>
          <p:cNvPr id="7" name="Google Shape;63;p14" descr="Une image contenant cercle, symbole, Graphique, logo&#10;&#10;Le contenu généré par l’IA peut être incorrect.">
            <a:extLst>
              <a:ext uri="{FF2B5EF4-FFF2-40B4-BE49-F238E27FC236}">
                <a16:creationId xmlns:a16="http://schemas.microsoft.com/office/drawing/2014/main" id="{C871A2F2-A387-AF96-6E56-A71CDE71C4FA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58955673-994E-2B89-1866-97A9006A7F8D}"/>
              </a:ext>
            </a:extLst>
          </p:cNvPr>
          <p:cNvSpPr txBox="1"/>
          <p:nvPr/>
        </p:nvSpPr>
        <p:spPr>
          <a:xfrm>
            <a:off x="555172" y="2386050"/>
            <a:ext cx="393110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- 21310 locations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Les types de location (</a:t>
            </a:r>
            <a:r>
              <a:rPr lang="fr-FR" dirty="0" err="1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connect</a:t>
            </a:r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/mobile)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délais entre location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retard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trajet fini ou annulé</a:t>
            </a:r>
          </a:p>
          <a:p>
            <a:endParaRPr lang="fr-FR" dirty="0"/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9BC695EC-F3C1-33B7-5D39-8B8F4C332A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777" y="4417375"/>
            <a:ext cx="2591162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3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5719C-DA96-7BDC-19E7-ED5070BBC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76371D7-6733-4D74-8B73-248817D8A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8FD6618E-503E-D6CE-99A2-EB57D90535EE}"/>
              </a:ext>
            </a:extLst>
          </p:cNvPr>
          <p:cNvSpPr txBox="1">
            <a:spLocks/>
          </p:cNvSpPr>
          <p:nvPr/>
        </p:nvSpPr>
        <p:spPr>
          <a:xfrm>
            <a:off x="1054644" y="335403"/>
            <a:ext cx="3429000" cy="1535739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Dataset</a:t>
            </a:r>
            <a: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 Prix :</a:t>
            </a:r>
          </a:p>
          <a:p>
            <a:pPr>
              <a:spcAft>
                <a:spcPts val="600"/>
              </a:spcAft>
            </a:pPr>
            <a:b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</a:b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"/>
            </a:endParaRPr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8485BD74-2DBB-8C13-2503-049E61AEC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2" r="3" b="1045"/>
          <a:stretch>
            <a:fillRect/>
          </a:stretch>
        </p:blipFill>
        <p:spPr>
          <a:xfrm>
            <a:off x="4688778" y="-6"/>
            <a:ext cx="3259105" cy="3094406"/>
          </a:xfrm>
          <a:custGeom>
            <a:avLst/>
            <a:gdLst/>
            <a:ahLst/>
            <a:cxnLst/>
            <a:rect l="l" t="t" r="r" b="b"/>
            <a:pathLst>
              <a:path w="3259105" h="3094406">
                <a:moveTo>
                  <a:pt x="11386" y="0"/>
                </a:moveTo>
                <a:lnTo>
                  <a:pt x="3241316" y="0"/>
                </a:lnTo>
                <a:lnTo>
                  <a:pt x="3237494" y="140685"/>
                </a:lnTo>
                <a:cubicBezTo>
                  <a:pt x="3238096" y="312748"/>
                  <a:pt x="3251393" y="484543"/>
                  <a:pt x="3249125" y="655694"/>
                </a:cubicBezTo>
                <a:cubicBezTo>
                  <a:pt x="3247916" y="750937"/>
                  <a:pt x="3225234" y="845926"/>
                  <a:pt x="3229467" y="941423"/>
                </a:cubicBezTo>
                <a:cubicBezTo>
                  <a:pt x="3241867" y="1230835"/>
                  <a:pt x="3237785" y="1520374"/>
                  <a:pt x="3253965" y="1809659"/>
                </a:cubicBezTo>
                <a:cubicBezTo>
                  <a:pt x="3264430" y="1950656"/>
                  <a:pt x="3258909" y="2092163"/>
                  <a:pt x="3237482" y="2232284"/>
                </a:cubicBezTo>
                <a:cubicBezTo>
                  <a:pt x="3219637" y="2337305"/>
                  <a:pt x="3230677" y="2443216"/>
                  <a:pt x="3238238" y="2548745"/>
                </a:cubicBezTo>
                <a:cubicBezTo>
                  <a:pt x="3247462" y="2676497"/>
                  <a:pt x="3252453" y="2804124"/>
                  <a:pt x="3237330" y="2932130"/>
                </a:cubicBezTo>
                <a:cubicBezTo>
                  <a:pt x="3234609" y="2954893"/>
                  <a:pt x="3233201" y="2977688"/>
                  <a:pt x="3232714" y="3000503"/>
                </a:cubicBezTo>
                <a:lnTo>
                  <a:pt x="3233615" y="3068153"/>
                </a:lnTo>
                <a:lnTo>
                  <a:pt x="3188413" y="3064932"/>
                </a:lnTo>
                <a:cubicBezTo>
                  <a:pt x="3039240" y="3057221"/>
                  <a:pt x="2889775" y="3057530"/>
                  <a:pt x="2740627" y="3065836"/>
                </a:cubicBezTo>
                <a:cubicBezTo>
                  <a:pt x="2641415" y="3072036"/>
                  <a:pt x="2543982" y="3095285"/>
                  <a:pt x="2443754" y="3094381"/>
                </a:cubicBezTo>
                <a:cubicBezTo>
                  <a:pt x="2190453" y="3091669"/>
                  <a:pt x="1936390" y="3075782"/>
                  <a:pt x="1682327" y="3078752"/>
                </a:cubicBezTo>
                <a:cubicBezTo>
                  <a:pt x="1674197" y="3078882"/>
                  <a:pt x="1666067" y="3076944"/>
                  <a:pt x="1657937" y="3076944"/>
                </a:cubicBezTo>
                <a:cubicBezTo>
                  <a:pt x="1524046" y="3071390"/>
                  <a:pt x="1390155" y="3066482"/>
                  <a:pt x="1256136" y="3078623"/>
                </a:cubicBezTo>
                <a:cubicBezTo>
                  <a:pt x="1168104" y="3086502"/>
                  <a:pt x="1080452" y="3095932"/>
                  <a:pt x="991530" y="3090248"/>
                </a:cubicBezTo>
                <a:cubicBezTo>
                  <a:pt x="867801" y="3082369"/>
                  <a:pt x="744072" y="3076686"/>
                  <a:pt x="620090" y="3080948"/>
                </a:cubicBezTo>
                <a:cubicBezTo>
                  <a:pt x="570293" y="3082369"/>
                  <a:pt x="520497" y="3080948"/>
                  <a:pt x="470828" y="3080948"/>
                </a:cubicBezTo>
                <a:lnTo>
                  <a:pt x="469939" y="3081207"/>
                </a:lnTo>
                <a:cubicBezTo>
                  <a:pt x="437418" y="3081207"/>
                  <a:pt x="404898" y="3081982"/>
                  <a:pt x="372378" y="3081207"/>
                </a:cubicBezTo>
                <a:cubicBezTo>
                  <a:pt x="311022" y="3079786"/>
                  <a:pt x="249634" y="3076944"/>
                  <a:pt x="188230" y="3075879"/>
                </a:cubicBezTo>
                <a:lnTo>
                  <a:pt x="19434" y="3080760"/>
                </a:lnTo>
                <a:lnTo>
                  <a:pt x="23335" y="2940210"/>
                </a:lnTo>
                <a:cubicBezTo>
                  <a:pt x="23652" y="2892334"/>
                  <a:pt x="22808" y="2844419"/>
                  <a:pt x="20355" y="2796447"/>
                </a:cubicBezTo>
                <a:cubicBezTo>
                  <a:pt x="13984" y="2674257"/>
                  <a:pt x="1879" y="2552193"/>
                  <a:pt x="9780" y="2429876"/>
                </a:cubicBezTo>
                <a:cubicBezTo>
                  <a:pt x="16112" y="2301583"/>
                  <a:pt x="14277" y="2173022"/>
                  <a:pt x="4301" y="2044958"/>
                </a:cubicBezTo>
                <a:cubicBezTo>
                  <a:pt x="-1433" y="1980958"/>
                  <a:pt x="-1433" y="1916563"/>
                  <a:pt x="4301" y="1852563"/>
                </a:cubicBezTo>
                <a:cubicBezTo>
                  <a:pt x="20584" y="1696404"/>
                  <a:pt x="24839" y="1539213"/>
                  <a:pt x="17042" y="1382404"/>
                </a:cubicBezTo>
                <a:cubicBezTo>
                  <a:pt x="12582" y="1264291"/>
                  <a:pt x="4810" y="1146306"/>
                  <a:pt x="10288" y="1027939"/>
                </a:cubicBezTo>
                <a:cubicBezTo>
                  <a:pt x="16786" y="889439"/>
                  <a:pt x="21756" y="750813"/>
                  <a:pt x="15386" y="612313"/>
                </a:cubicBezTo>
                <a:cubicBezTo>
                  <a:pt x="8683" y="463705"/>
                  <a:pt x="9868" y="314846"/>
                  <a:pt x="18952" y="166364"/>
                </a:cubicBezTo>
                <a:close/>
              </a:path>
            </a:pathLst>
          </a:custGeom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A288420F-876A-48C3-C65C-A8A1954FBF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493"/>
          <a:stretch>
            <a:fillRect/>
          </a:stretch>
        </p:blipFill>
        <p:spPr>
          <a:xfrm>
            <a:off x="4683193" y="3258423"/>
            <a:ext cx="3259855" cy="3599585"/>
          </a:xfrm>
          <a:custGeom>
            <a:avLst/>
            <a:gdLst/>
            <a:ahLst/>
            <a:cxnLst/>
            <a:rect l="l" t="t" r="r" b="b"/>
            <a:pathLst>
              <a:path w="3259855" h="3599585">
                <a:moveTo>
                  <a:pt x="954022" y="498"/>
                </a:moveTo>
                <a:cubicBezTo>
                  <a:pt x="1119756" y="-3044"/>
                  <a:pt x="1286080" y="13085"/>
                  <a:pt x="1451761" y="24419"/>
                </a:cubicBezTo>
                <a:cubicBezTo>
                  <a:pt x="1625133" y="36367"/>
                  <a:pt x="1799027" y="38046"/>
                  <a:pt x="1972590" y="29457"/>
                </a:cubicBezTo>
                <a:cubicBezTo>
                  <a:pt x="2098351" y="23256"/>
                  <a:pt x="2223604" y="9049"/>
                  <a:pt x="2349873" y="12278"/>
                </a:cubicBezTo>
                <a:cubicBezTo>
                  <a:pt x="2532672" y="16928"/>
                  <a:pt x="2715343" y="23773"/>
                  <a:pt x="2898396" y="19124"/>
                </a:cubicBezTo>
                <a:cubicBezTo>
                  <a:pt x="2963040" y="17526"/>
                  <a:pt x="3027701" y="14038"/>
                  <a:pt x="3092353" y="11720"/>
                </a:cubicBezTo>
                <a:lnTo>
                  <a:pt x="3250836" y="11402"/>
                </a:lnTo>
                <a:lnTo>
                  <a:pt x="3254106" y="90752"/>
                </a:lnTo>
                <a:cubicBezTo>
                  <a:pt x="3254106" y="138488"/>
                  <a:pt x="3252140" y="186224"/>
                  <a:pt x="3248209" y="233871"/>
                </a:cubicBezTo>
                <a:cubicBezTo>
                  <a:pt x="3240316" y="320987"/>
                  <a:pt x="3242191" y="408521"/>
                  <a:pt x="3253804" y="495345"/>
                </a:cubicBezTo>
                <a:cubicBezTo>
                  <a:pt x="3266506" y="596937"/>
                  <a:pt x="3256677" y="698530"/>
                  <a:pt x="3247452" y="800123"/>
                </a:cubicBezTo>
                <a:cubicBezTo>
                  <a:pt x="3230970" y="978926"/>
                  <a:pt x="3238380" y="1157601"/>
                  <a:pt x="3250477" y="1336023"/>
                </a:cubicBezTo>
                <a:cubicBezTo>
                  <a:pt x="3258220" y="1458862"/>
                  <a:pt x="3253970" y="1582030"/>
                  <a:pt x="3237775" y="1704297"/>
                </a:cubicBezTo>
                <a:cubicBezTo>
                  <a:pt x="3234901" y="1728615"/>
                  <a:pt x="3233729" y="1752966"/>
                  <a:pt x="3233143" y="1777332"/>
                </a:cubicBezTo>
                <a:lnTo>
                  <a:pt x="3232811" y="1799145"/>
                </a:lnTo>
                <a:lnTo>
                  <a:pt x="3228576" y="1842531"/>
                </a:lnTo>
                <a:lnTo>
                  <a:pt x="3232166" y="1914850"/>
                </a:lnTo>
                <a:lnTo>
                  <a:pt x="3231789" y="1922451"/>
                </a:lnTo>
                <a:lnTo>
                  <a:pt x="3237441" y="1980367"/>
                </a:lnTo>
                <a:lnTo>
                  <a:pt x="3249248" y="2182039"/>
                </a:lnTo>
                <a:cubicBezTo>
                  <a:pt x="3250586" y="2269847"/>
                  <a:pt x="3248126" y="2357696"/>
                  <a:pt x="3241858" y="2445415"/>
                </a:cubicBezTo>
                <a:cubicBezTo>
                  <a:pt x="3232633" y="2606947"/>
                  <a:pt x="3242160" y="2768225"/>
                  <a:pt x="3253351" y="2929631"/>
                </a:cubicBezTo>
                <a:cubicBezTo>
                  <a:pt x="3266657" y="3121514"/>
                  <a:pt x="3245487" y="3313270"/>
                  <a:pt x="3242311" y="3505152"/>
                </a:cubicBezTo>
                <a:cubicBezTo>
                  <a:pt x="3242008" y="3522360"/>
                  <a:pt x="3243142" y="3539599"/>
                  <a:pt x="3244541" y="3556838"/>
                </a:cubicBezTo>
                <a:lnTo>
                  <a:pt x="3247700" y="3599585"/>
                </a:lnTo>
                <a:lnTo>
                  <a:pt x="15795" y="3599585"/>
                </a:lnTo>
                <a:lnTo>
                  <a:pt x="11716" y="3325801"/>
                </a:lnTo>
                <a:cubicBezTo>
                  <a:pt x="9693" y="3229953"/>
                  <a:pt x="8801" y="3134170"/>
                  <a:pt x="14216" y="3038609"/>
                </a:cubicBezTo>
                <a:cubicBezTo>
                  <a:pt x="20970" y="2919986"/>
                  <a:pt x="19695" y="2799963"/>
                  <a:pt x="14981" y="2681849"/>
                </a:cubicBezTo>
                <a:cubicBezTo>
                  <a:pt x="10266" y="2563738"/>
                  <a:pt x="3896" y="2445497"/>
                  <a:pt x="14981" y="2327384"/>
                </a:cubicBezTo>
                <a:cubicBezTo>
                  <a:pt x="23136" y="2224777"/>
                  <a:pt x="25047" y="2121762"/>
                  <a:pt x="20714" y="2018915"/>
                </a:cubicBezTo>
                <a:cubicBezTo>
                  <a:pt x="15745" y="1839643"/>
                  <a:pt x="6063" y="1660244"/>
                  <a:pt x="16637" y="1480971"/>
                </a:cubicBezTo>
                <a:cubicBezTo>
                  <a:pt x="32819" y="1209834"/>
                  <a:pt x="23136" y="938951"/>
                  <a:pt x="10394" y="668069"/>
                </a:cubicBezTo>
                <a:cubicBezTo>
                  <a:pt x="1475" y="482681"/>
                  <a:pt x="-5915" y="297422"/>
                  <a:pt x="6827" y="112034"/>
                </a:cubicBezTo>
                <a:lnTo>
                  <a:pt x="12538" y="21615"/>
                </a:lnTo>
                <a:lnTo>
                  <a:pt x="13383" y="21707"/>
                </a:lnTo>
                <a:cubicBezTo>
                  <a:pt x="79680" y="11270"/>
                  <a:pt x="146855" y="7847"/>
                  <a:pt x="213839" y="11503"/>
                </a:cubicBezTo>
                <a:cubicBezTo>
                  <a:pt x="405275" y="17315"/>
                  <a:pt x="595695" y="34236"/>
                  <a:pt x="788529" y="11503"/>
                </a:cubicBezTo>
                <a:cubicBezTo>
                  <a:pt x="843598" y="5045"/>
                  <a:pt x="898777" y="1679"/>
                  <a:pt x="954022" y="498"/>
                </a:cubicBezTo>
                <a:close/>
              </a:path>
            </a:pathLst>
          </a:cu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9AA2072-7C1B-61C2-A091-DF7AD6CA4D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237" r="14407" b="2"/>
          <a:stretch>
            <a:fillRect/>
          </a:stretch>
        </p:blipFill>
        <p:spPr>
          <a:xfrm>
            <a:off x="8153017" y="-7"/>
            <a:ext cx="4038983" cy="4195184"/>
          </a:xfrm>
          <a:custGeom>
            <a:avLst/>
            <a:gdLst/>
            <a:ahLst/>
            <a:cxnLst/>
            <a:rect l="l" t="t" r="r" b="b"/>
            <a:pathLst>
              <a:path w="4038983" h="4195184">
                <a:moveTo>
                  <a:pt x="25292" y="0"/>
                </a:moveTo>
                <a:lnTo>
                  <a:pt x="4038983" y="0"/>
                </a:lnTo>
                <a:lnTo>
                  <a:pt x="4038983" y="4173249"/>
                </a:lnTo>
                <a:lnTo>
                  <a:pt x="3931557" y="4161775"/>
                </a:lnTo>
                <a:cubicBezTo>
                  <a:pt x="3887047" y="4159904"/>
                  <a:pt x="3842427" y="4160901"/>
                  <a:pt x="3797950" y="4164774"/>
                </a:cubicBezTo>
                <a:cubicBezTo>
                  <a:pt x="3568711" y="4179842"/>
                  <a:pt x="3339218" y="4173041"/>
                  <a:pt x="3109979" y="4176375"/>
                </a:cubicBezTo>
                <a:cubicBezTo>
                  <a:pt x="2803311" y="4180909"/>
                  <a:pt x="2496897" y="4169308"/>
                  <a:pt x="2190356" y="4168242"/>
                </a:cubicBezTo>
                <a:cubicBezTo>
                  <a:pt x="2127525" y="4167975"/>
                  <a:pt x="2064439" y="4171442"/>
                  <a:pt x="2001862" y="4176775"/>
                </a:cubicBezTo>
                <a:cubicBezTo>
                  <a:pt x="1915168" y="4183976"/>
                  <a:pt x="1829615" y="4174908"/>
                  <a:pt x="1743683" y="4166375"/>
                </a:cubicBezTo>
                <a:cubicBezTo>
                  <a:pt x="1640105" y="4156108"/>
                  <a:pt x="1536783" y="4165175"/>
                  <a:pt x="1433841" y="4177042"/>
                </a:cubicBezTo>
                <a:cubicBezTo>
                  <a:pt x="1257114" y="4197030"/>
                  <a:pt x="1079054" y="4200510"/>
                  <a:pt x="901742" y="4187442"/>
                </a:cubicBezTo>
                <a:cubicBezTo>
                  <a:pt x="705885" y="4173442"/>
                  <a:pt x="510157" y="4175976"/>
                  <a:pt x="314300" y="4177042"/>
                </a:cubicBezTo>
                <a:lnTo>
                  <a:pt x="22883" y="4176257"/>
                </a:lnTo>
                <a:lnTo>
                  <a:pt x="15491" y="4122289"/>
                </a:lnTo>
                <a:cubicBezTo>
                  <a:pt x="3576" y="4042652"/>
                  <a:pt x="-1474" y="3962394"/>
                  <a:pt x="370" y="3882149"/>
                </a:cubicBezTo>
                <a:cubicBezTo>
                  <a:pt x="219" y="3686075"/>
                  <a:pt x="10652" y="3490382"/>
                  <a:pt x="29555" y="3294816"/>
                </a:cubicBezTo>
                <a:cubicBezTo>
                  <a:pt x="34137" y="3222826"/>
                  <a:pt x="32065" y="3150656"/>
                  <a:pt x="23355" y="3078932"/>
                </a:cubicBezTo>
                <a:cubicBezTo>
                  <a:pt x="14645" y="2997950"/>
                  <a:pt x="17685" y="2916371"/>
                  <a:pt x="32428" y="2835999"/>
                </a:cubicBezTo>
                <a:cubicBezTo>
                  <a:pt x="51027" y="2740756"/>
                  <a:pt x="42710" y="2645512"/>
                  <a:pt x="35906" y="2550269"/>
                </a:cubicBezTo>
                <a:cubicBezTo>
                  <a:pt x="17306" y="2288796"/>
                  <a:pt x="-5377" y="2027322"/>
                  <a:pt x="9746" y="1764959"/>
                </a:cubicBezTo>
                <a:cubicBezTo>
                  <a:pt x="12922" y="1708956"/>
                  <a:pt x="26832" y="1654350"/>
                  <a:pt x="32580" y="1598729"/>
                </a:cubicBezTo>
                <a:cubicBezTo>
                  <a:pt x="49365" y="1437069"/>
                  <a:pt x="29705" y="1276045"/>
                  <a:pt x="21691" y="1114767"/>
                </a:cubicBezTo>
                <a:cubicBezTo>
                  <a:pt x="10169" y="936281"/>
                  <a:pt x="12497" y="757351"/>
                  <a:pt x="28647" y="579120"/>
                </a:cubicBezTo>
                <a:cubicBezTo>
                  <a:pt x="38779" y="482353"/>
                  <a:pt x="42219" y="385459"/>
                  <a:pt x="40971" y="288533"/>
                </a:cubicBezTo>
                <a:close/>
              </a:path>
            </a:pathLst>
          </a:custGeom>
        </p:spPr>
      </p:pic>
      <p:sp>
        <p:nvSpPr>
          <p:cNvPr id="4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4409267"/>
            <a:ext cx="3383280" cy="18288"/>
          </a:xfrm>
          <a:custGeom>
            <a:avLst/>
            <a:gdLst>
              <a:gd name="connsiteX0" fmla="*/ 0 w 3383280"/>
              <a:gd name="connsiteY0" fmla="*/ 0 h 18288"/>
              <a:gd name="connsiteX1" fmla="*/ 676656 w 3383280"/>
              <a:gd name="connsiteY1" fmla="*/ 0 h 18288"/>
              <a:gd name="connsiteX2" fmla="*/ 1319479 w 3383280"/>
              <a:gd name="connsiteY2" fmla="*/ 0 h 18288"/>
              <a:gd name="connsiteX3" fmla="*/ 1962302 w 3383280"/>
              <a:gd name="connsiteY3" fmla="*/ 0 h 18288"/>
              <a:gd name="connsiteX4" fmla="*/ 2706624 w 3383280"/>
              <a:gd name="connsiteY4" fmla="*/ 0 h 18288"/>
              <a:gd name="connsiteX5" fmla="*/ 3383280 w 3383280"/>
              <a:gd name="connsiteY5" fmla="*/ 0 h 18288"/>
              <a:gd name="connsiteX6" fmla="*/ 3383280 w 3383280"/>
              <a:gd name="connsiteY6" fmla="*/ 18288 h 18288"/>
              <a:gd name="connsiteX7" fmla="*/ 2706624 w 3383280"/>
              <a:gd name="connsiteY7" fmla="*/ 18288 h 18288"/>
              <a:gd name="connsiteX8" fmla="*/ 2131466 w 3383280"/>
              <a:gd name="connsiteY8" fmla="*/ 18288 h 18288"/>
              <a:gd name="connsiteX9" fmla="*/ 1488643 w 3383280"/>
              <a:gd name="connsiteY9" fmla="*/ 18288 h 18288"/>
              <a:gd name="connsiteX10" fmla="*/ 845820 w 3383280"/>
              <a:gd name="connsiteY10" fmla="*/ 18288 h 18288"/>
              <a:gd name="connsiteX11" fmla="*/ 0 w 3383280"/>
              <a:gd name="connsiteY11" fmla="*/ 18288 h 18288"/>
              <a:gd name="connsiteX12" fmla="*/ 0 w 338328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383280" h="18288" fill="none" extrusionOk="0">
                <a:moveTo>
                  <a:pt x="0" y="0"/>
                </a:moveTo>
                <a:cubicBezTo>
                  <a:pt x="237173" y="2829"/>
                  <a:pt x="403433" y="9167"/>
                  <a:pt x="676656" y="0"/>
                </a:cubicBezTo>
                <a:cubicBezTo>
                  <a:pt x="949879" y="-9167"/>
                  <a:pt x="1103389" y="-19890"/>
                  <a:pt x="1319479" y="0"/>
                </a:cubicBezTo>
                <a:cubicBezTo>
                  <a:pt x="1535569" y="19890"/>
                  <a:pt x="1682672" y="-17352"/>
                  <a:pt x="1962302" y="0"/>
                </a:cubicBezTo>
                <a:cubicBezTo>
                  <a:pt x="2241932" y="17352"/>
                  <a:pt x="2522200" y="-30059"/>
                  <a:pt x="2706624" y="0"/>
                </a:cubicBezTo>
                <a:cubicBezTo>
                  <a:pt x="2891048" y="30059"/>
                  <a:pt x="3045365" y="-14656"/>
                  <a:pt x="3383280" y="0"/>
                </a:cubicBezTo>
                <a:cubicBezTo>
                  <a:pt x="3382846" y="7551"/>
                  <a:pt x="3382813" y="9822"/>
                  <a:pt x="3383280" y="18288"/>
                </a:cubicBezTo>
                <a:cubicBezTo>
                  <a:pt x="3053377" y="3328"/>
                  <a:pt x="2851947" y="-13486"/>
                  <a:pt x="2706624" y="18288"/>
                </a:cubicBezTo>
                <a:cubicBezTo>
                  <a:pt x="2561301" y="50062"/>
                  <a:pt x="2276448" y="-4069"/>
                  <a:pt x="2131466" y="18288"/>
                </a:cubicBezTo>
                <a:cubicBezTo>
                  <a:pt x="1986484" y="40645"/>
                  <a:pt x="1793482" y="35971"/>
                  <a:pt x="1488643" y="18288"/>
                </a:cubicBezTo>
                <a:cubicBezTo>
                  <a:pt x="1183804" y="605"/>
                  <a:pt x="1165655" y="13056"/>
                  <a:pt x="845820" y="18288"/>
                </a:cubicBezTo>
                <a:cubicBezTo>
                  <a:pt x="525985" y="23520"/>
                  <a:pt x="359281" y="20906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383280" h="18288" stroke="0" extrusionOk="0">
                <a:moveTo>
                  <a:pt x="0" y="0"/>
                </a:moveTo>
                <a:cubicBezTo>
                  <a:pt x="268344" y="9609"/>
                  <a:pt x="438266" y="25094"/>
                  <a:pt x="608990" y="0"/>
                </a:cubicBezTo>
                <a:cubicBezTo>
                  <a:pt x="779714" y="-25094"/>
                  <a:pt x="1051156" y="12077"/>
                  <a:pt x="1353312" y="0"/>
                </a:cubicBezTo>
                <a:cubicBezTo>
                  <a:pt x="1655468" y="-12077"/>
                  <a:pt x="1744944" y="15185"/>
                  <a:pt x="1928470" y="0"/>
                </a:cubicBezTo>
                <a:cubicBezTo>
                  <a:pt x="2111996" y="-15185"/>
                  <a:pt x="2262421" y="-9753"/>
                  <a:pt x="2503627" y="0"/>
                </a:cubicBezTo>
                <a:cubicBezTo>
                  <a:pt x="2744833" y="9753"/>
                  <a:pt x="3026048" y="-23784"/>
                  <a:pt x="3383280" y="0"/>
                </a:cubicBezTo>
                <a:cubicBezTo>
                  <a:pt x="3383198" y="4406"/>
                  <a:pt x="3383191" y="9982"/>
                  <a:pt x="3383280" y="18288"/>
                </a:cubicBezTo>
                <a:cubicBezTo>
                  <a:pt x="3162586" y="20850"/>
                  <a:pt x="2901132" y="28452"/>
                  <a:pt x="2740457" y="18288"/>
                </a:cubicBezTo>
                <a:cubicBezTo>
                  <a:pt x="2579782" y="8124"/>
                  <a:pt x="2388638" y="-13238"/>
                  <a:pt x="2097634" y="18288"/>
                </a:cubicBezTo>
                <a:cubicBezTo>
                  <a:pt x="1806630" y="49814"/>
                  <a:pt x="1687248" y="-8161"/>
                  <a:pt x="1454810" y="18288"/>
                </a:cubicBezTo>
                <a:cubicBezTo>
                  <a:pt x="1222372" y="44737"/>
                  <a:pt x="872924" y="37554"/>
                  <a:pt x="710489" y="18288"/>
                </a:cubicBezTo>
                <a:cubicBezTo>
                  <a:pt x="548054" y="-978"/>
                  <a:pt x="151263" y="49891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54375CE8-9204-5321-458F-72E9B5C88E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192" r="4" b="4"/>
          <a:stretch>
            <a:fillRect/>
          </a:stretch>
        </p:blipFill>
        <p:spPr>
          <a:xfrm>
            <a:off x="8171361" y="4366936"/>
            <a:ext cx="4020639" cy="2491073"/>
          </a:xfrm>
          <a:custGeom>
            <a:avLst/>
            <a:gdLst/>
            <a:ahLst/>
            <a:cxnLst/>
            <a:rect l="l" t="t" r="r" b="b"/>
            <a:pathLst>
              <a:path w="4020639" h="2491073">
                <a:moveTo>
                  <a:pt x="2387172" y="4"/>
                </a:moveTo>
                <a:cubicBezTo>
                  <a:pt x="2431588" y="-79"/>
                  <a:pt x="2476014" y="1187"/>
                  <a:pt x="2520440" y="4521"/>
                </a:cubicBezTo>
                <a:cubicBezTo>
                  <a:pt x="2670017" y="18188"/>
                  <a:pt x="2820292" y="21522"/>
                  <a:pt x="2970288" y="14521"/>
                </a:cubicBezTo>
                <a:cubicBezTo>
                  <a:pt x="3090823" y="5814"/>
                  <a:pt x="3211725" y="4294"/>
                  <a:pt x="3332425" y="9988"/>
                </a:cubicBezTo>
                <a:cubicBezTo>
                  <a:pt x="3444887" y="16788"/>
                  <a:pt x="3557349" y="23721"/>
                  <a:pt x="3670191" y="19722"/>
                </a:cubicBezTo>
                <a:cubicBezTo>
                  <a:pt x="3715125" y="18121"/>
                  <a:pt x="3759424" y="16121"/>
                  <a:pt x="3803977" y="13454"/>
                </a:cubicBezTo>
                <a:cubicBezTo>
                  <a:pt x="3844957" y="9821"/>
                  <a:pt x="3886048" y="8104"/>
                  <a:pt x="3927130" y="8304"/>
                </a:cubicBezTo>
                <a:lnTo>
                  <a:pt x="4020639" y="13128"/>
                </a:lnTo>
                <a:lnTo>
                  <a:pt x="4020639" y="2491073"/>
                </a:lnTo>
                <a:lnTo>
                  <a:pt x="6804" y="2491073"/>
                </a:lnTo>
                <a:lnTo>
                  <a:pt x="20473" y="2308286"/>
                </a:lnTo>
                <a:cubicBezTo>
                  <a:pt x="23924" y="2245403"/>
                  <a:pt x="26128" y="2182489"/>
                  <a:pt x="27088" y="2119545"/>
                </a:cubicBezTo>
                <a:cubicBezTo>
                  <a:pt x="30263" y="1875850"/>
                  <a:pt x="38884" y="1631647"/>
                  <a:pt x="11966" y="1388714"/>
                </a:cubicBezTo>
                <a:cubicBezTo>
                  <a:pt x="-6330" y="1224134"/>
                  <a:pt x="928" y="1060316"/>
                  <a:pt x="4255" y="895864"/>
                </a:cubicBezTo>
                <a:cubicBezTo>
                  <a:pt x="8035" y="711091"/>
                  <a:pt x="6221" y="526193"/>
                  <a:pt x="6221" y="341421"/>
                </a:cubicBezTo>
                <a:cubicBezTo>
                  <a:pt x="5918" y="261036"/>
                  <a:pt x="11060" y="181159"/>
                  <a:pt x="19830" y="101154"/>
                </a:cubicBezTo>
                <a:cubicBezTo>
                  <a:pt x="22968" y="72137"/>
                  <a:pt x="24376" y="43159"/>
                  <a:pt x="24410" y="14230"/>
                </a:cubicBezTo>
                <a:lnTo>
                  <a:pt x="24352" y="12883"/>
                </a:lnTo>
                <a:lnTo>
                  <a:pt x="156331" y="7988"/>
                </a:lnTo>
                <a:cubicBezTo>
                  <a:pt x="300221" y="-159"/>
                  <a:pt x="444492" y="3228"/>
                  <a:pt x="587900" y="18121"/>
                </a:cubicBezTo>
                <a:cubicBezTo>
                  <a:pt x="689357" y="25975"/>
                  <a:pt x="791270" y="24722"/>
                  <a:pt x="892537" y="14388"/>
                </a:cubicBezTo>
                <a:cubicBezTo>
                  <a:pt x="1078365" y="-1747"/>
                  <a:pt x="1263813" y="11188"/>
                  <a:pt x="1449261" y="22122"/>
                </a:cubicBezTo>
                <a:cubicBezTo>
                  <a:pt x="1628870" y="32788"/>
                  <a:pt x="1808352" y="24921"/>
                  <a:pt x="1987961" y="17855"/>
                </a:cubicBezTo>
                <a:cubicBezTo>
                  <a:pt x="2120763" y="12655"/>
                  <a:pt x="2253923" y="254"/>
                  <a:pt x="2387172" y="4"/>
                </a:cubicBezTo>
                <a:close/>
              </a:path>
            </a:pathLst>
          </a:custGeom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6AE09CC4-8F4A-7C30-1B34-9BF75A1032B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3854B9F1-5055-9B5B-D2EB-A6686E361B04}"/>
              </a:ext>
            </a:extLst>
          </p:cNvPr>
          <p:cNvSpPr txBox="1"/>
          <p:nvPr/>
        </p:nvSpPr>
        <p:spPr>
          <a:xfrm>
            <a:off x="185058" y="2386050"/>
            <a:ext cx="468085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- 4842 véhicules avec leur prix de  location à la journée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- 7 options (Oui/Non)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carburant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marque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type (van, cabriolet, …)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couleur</a:t>
            </a:r>
          </a:p>
          <a:p>
            <a:endParaRPr lang="fr-FR" dirty="0">
              <a:solidFill>
                <a:srgbClr val="0E3449"/>
              </a:solidFill>
              <a:latin typeface="Georgia Pro" panose="020F0502020204030204" pitchFamily="18" charset="0"/>
              <a:ea typeface="Inter"/>
            </a:endParaRP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puissance</a:t>
            </a:r>
          </a:p>
          <a:p>
            <a:r>
              <a:rPr lang="fr-FR" dirty="0">
                <a:solidFill>
                  <a:srgbClr val="0E3449"/>
                </a:solidFill>
                <a:latin typeface="Georgia Pro" panose="020F0502020204030204" pitchFamily="18" charset="0"/>
                <a:ea typeface="Inter"/>
              </a:rPr>
              <a:t> - kilométrage</a:t>
            </a:r>
            <a:endParaRPr lang="fr-FR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3E26BE50-55EB-E062-ADEF-FA007DB9EA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2606" y="4569699"/>
            <a:ext cx="1924319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2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80A09-5068-A29D-7BC0-9D1F21F66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75AC3054-EB77-1D12-ACA4-2C0ACDA97EAA}"/>
              </a:ext>
            </a:extLst>
          </p:cNvPr>
          <p:cNvSpPr txBox="1">
            <a:spLocks/>
          </p:cNvSpPr>
          <p:nvPr/>
        </p:nvSpPr>
        <p:spPr>
          <a:xfrm>
            <a:off x="574766" y="841013"/>
            <a:ext cx="8591006" cy="211061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Estimation de </a:t>
            </a:r>
            <a:r>
              <a:rPr lang="en-US" sz="4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tarif</a:t>
            </a: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:</a:t>
            </a:r>
          </a:p>
          <a:p>
            <a:pPr>
              <a:spcAft>
                <a:spcPts val="600"/>
              </a:spcAft>
            </a:pPr>
            <a:b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</a:b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F71D7131-64EF-9928-9C23-B18FD9081E3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4CF1F3C-0FFD-2DF6-A79B-16D789BE32BF}"/>
              </a:ext>
            </a:extLst>
          </p:cNvPr>
          <p:cNvSpPr txBox="1"/>
          <p:nvPr/>
        </p:nvSpPr>
        <p:spPr>
          <a:xfrm>
            <a:off x="189411" y="1474303"/>
            <a:ext cx="52795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 - 5 modèles essayés</a:t>
            </a:r>
          </a:p>
          <a:p>
            <a:r>
              <a:rPr lang="fr-FR" dirty="0"/>
              <a:t> - 1 retenu (</a:t>
            </a:r>
            <a:r>
              <a:rPr lang="fr-FR" dirty="0" err="1"/>
              <a:t>XGBoost</a:t>
            </a:r>
            <a:r>
              <a:rPr lang="fr-FR" dirty="0"/>
              <a:t> </a:t>
            </a:r>
            <a:r>
              <a:rPr lang="fr-FR" dirty="0" err="1"/>
              <a:t>Regressor</a:t>
            </a:r>
            <a:r>
              <a:rPr lang="fr-FR" dirty="0"/>
              <a:t>) via</a:t>
            </a:r>
          </a:p>
          <a:p>
            <a:r>
              <a:rPr lang="fr-FR" dirty="0"/>
              <a:t>	- MAE</a:t>
            </a:r>
            <a:br>
              <a:rPr lang="fr-FR" dirty="0"/>
            </a:br>
            <a:r>
              <a:rPr lang="fr-FR" dirty="0"/>
              <a:t>	- RMSE</a:t>
            </a:r>
          </a:p>
          <a:p>
            <a:r>
              <a:rPr lang="fr-FR" dirty="0"/>
              <a:t>	- R²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FCC86AC-7846-79A7-060E-4E9C3C2ACEFE}"/>
              </a:ext>
            </a:extLst>
          </p:cNvPr>
          <p:cNvSpPr txBox="1"/>
          <p:nvPr/>
        </p:nvSpPr>
        <p:spPr>
          <a:xfrm>
            <a:off x="163286" y="3295819"/>
            <a:ext cx="3439885" cy="1188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fr-FR" dirty="0"/>
              <a:t> - </a:t>
            </a:r>
            <a:r>
              <a:rPr lang="fr-FR" dirty="0" err="1"/>
              <a:t>Linear</a:t>
            </a:r>
            <a:r>
              <a:rPr lang="fr-FR" dirty="0"/>
              <a:t> / Ridge / Lasso</a:t>
            </a:r>
          </a:p>
          <a:p>
            <a:pPr>
              <a:lnSpc>
                <a:spcPts val="1425"/>
              </a:lnSpc>
              <a:buNone/>
            </a:pPr>
            <a:r>
              <a:rPr lang="fr-FR" dirty="0"/>
              <a:t>Pas d’</a:t>
            </a:r>
            <a:r>
              <a:rPr lang="fr-FR" dirty="0" err="1"/>
              <a:t>overfitting</a:t>
            </a:r>
            <a:endParaRPr lang="fr-FR" dirty="0"/>
          </a:p>
          <a:p>
            <a:pPr>
              <a:lnSpc>
                <a:spcPts val="1425"/>
              </a:lnSpc>
              <a:buNone/>
            </a:pPr>
            <a:r>
              <a:rPr lang="fr-FR" dirty="0"/>
              <a:t>MAE ≈ 12.5 € : Moyenne d’erreur</a:t>
            </a:r>
            <a:br>
              <a:rPr lang="fr-FR" dirty="0"/>
            </a:br>
            <a:r>
              <a:rPr lang="fr-FR" dirty="0"/>
              <a:t>RMSE ≈ 17.8 €  </a:t>
            </a:r>
            <a:br>
              <a:rPr lang="fr-FR" dirty="0"/>
            </a:br>
            <a:r>
              <a:rPr lang="fr-FR" dirty="0"/>
              <a:t>Ces modèles sont limités par les interactions st et non linéaires.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F0C55EF-32D2-1B31-73F3-C7D56FCB2DE7}"/>
              </a:ext>
            </a:extLst>
          </p:cNvPr>
          <p:cNvSpPr txBox="1"/>
          <p:nvPr/>
        </p:nvSpPr>
        <p:spPr>
          <a:xfrm>
            <a:off x="163286" y="4549676"/>
            <a:ext cx="35775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 - </a:t>
            </a:r>
            <a:r>
              <a:rPr lang="fr-FR" dirty="0" err="1"/>
              <a:t>RandomForestRegressor</a:t>
            </a:r>
            <a:endParaRPr lang="fr-FR" dirty="0"/>
          </a:p>
          <a:p>
            <a:r>
              <a:rPr lang="fr-FR" dirty="0" err="1"/>
              <a:t>Overfitting</a:t>
            </a:r>
            <a:r>
              <a:rPr lang="fr-FR" dirty="0"/>
              <a:t>. Le nombre d'arbres peut être la source de cet écart.</a:t>
            </a:r>
          </a:p>
          <a:p>
            <a:r>
              <a:rPr lang="fr-FR" dirty="0"/>
              <a:t>Amélioration de la MAE à 10.67€ et réduction de la RMSE à 16.18€.</a:t>
            </a:r>
          </a:p>
          <a:p>
            <a:r>
              <a:rPr lang="fr-FR" dirty="0"/>
              <a:t>Le modèle gère mieux les relations entre les variables.</a:t>
            </a: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967F84A-D2AA-9BB2-BFB1-E2E85EC4E725}"/>
              </a:ext>
            </a:extLst>
          </p:cNvPr>
          <p:cNvSpPr txBox="1"/>
          <p:nvPr/>
        </p:nvSpPr>
        <p:spPr>
          <a:xfrm>
            <a:off x="6096000" y="907733"/>
            <a:ext cx="40765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 - </a:t>
            </a:r>
            <a:r>
              <a:rPr lang="fr-FR" dirty="0" err="1"/>
              <a:t>XGBoost</a:t>
            </a:r>
            <a:endParaRPr lang="fr-FR" dirty="0"/>
          </a:p>
          <a:p>
            <a:r>
              <a:rPr lang="fr-FR" dirty="0"/>
              <a:t>Réduction de l’</a:t>
            </a:r>
            <a:r>
              <a:rPr lang="fr-FR" dirty="0" err="1"/>
              <a:t>overfitting</a:t>
            </a:r>
            <a:endParaRPr lang="fr-FR" dirty="0"/>
          </a:p>
          <a:p>
            <a:r>
              <a:rPr lang="fr-FR" dirty="0"/>
              <a:t>La MAE passe en-dessous des 10€ la RMSE en-dessous des 15€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39CC2A-E113-C605-3C5D-1D92F0F3F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0876" y="2450323"/>
            <a:ext cx="8354166" cy="394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11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EADD-4153-B79D-E5FB-D36C103D6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2;p14">
            <a:extLst>
              <a:ext uri="{FF2B5EF4-FFF2-40B4-BE49-F238E27FC236}">
                <a16:creationId xmlns:a16="http://schemas.microsoft.com/office/drawing/2014/main" id="{DC9A8E44-E17C-1F3D-1E80-DC4B6506E89D}"/>
              </a:ext>
            </a:extLst>
          </p:cNvPr>
          <p:cNvSpPr txBox="1">
            <a:spLocks/>
          </p:cNvSpPr>
          <p:nvPr/>
        </p:nvSpPr>
        <p:spPr>
          <a:xfrm>
            <a:off x="1173480" y="273354"/>
            <a:ext cx="8591006" cy="2110618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API </a:t>
            </a:r>
            <a:r>
              <a:rPr lang="en-US" sz="4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d’estimation</a:t>
            </a: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 de </a:t>
            </a:r>
            <a:r>
              <a:rPr lang="en-US" sz="4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tarif</a:t>
            </a:r>
            <a:r>
              <a:rPr lang="en-US" sz="4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  <a:t>:</a:t>
            </a:r>
          </a:p>
          <a:p>
            <a:pPr>
              <a:spcAft>
                <a:spcPts val="600"/>
              </a:spcAft>
            </a:pPr>
            <a:br>
              <a:rPr 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Inter"/>
              </a:rPr>
            </a:br>
            <a:endParaRPr lang="en-US" sz="5400" b="1" kern="1200" dirty="0">
              <a:solidFill>
                <a:schemeClr val="tx1"/>
              </a:solidFill>
              <a:latin typeface="+mj-lt"/>
              <a:ea typeface="+mj-ea"/>
              <a:cs typeface="+mj-cs"/>
              <a:sym typeface="Inter"/>
            </a:endParaRPr>
          </a:p>
        </p:txBody>
      </p:sp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DB762065-76EC-3E53-5ED3-A12B3086131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3DEF9E1-50EA-B13F-582A-268146633335}"/>
              </a:ext>
            </a:extLst>
          </p:cNvPr>
          <p:cNvSpPr txBox="1"/>
          <p:nvPr/>
        </p:nvSpPr>
        <p:spPr>
          <a:xfrm>
            <a:off x="653143" y="1480457"/>
            <a:ext cx="527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API déployé sur </a:t>
            </a:r>
            <a:r>
              <a:rPr lang="fr-FR" dirty="0" err="1"/>
              <a:t>HuggingFace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5CA1CA-35EA-917C-111A-F1FB008D4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75" y="3354704"/>
            <a:ext cx="1943371" cy="193384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5962DD4D-3ED3-AB26-BA02-5DE8C97D2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231" y="2177142"/>
            <a:ext cx="6909452" cy="428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693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7B6607-01EC-FA88-A5AB-728B1C9BA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54;p13">
            <a:extLst>
              <a:ext uri="{FF2B5EF4-FFF2-40B4-BE49-F238E27FC236}">
                <a16:creationId xmlns:a16="http://schemas.microsoft.com/office/drawing/2014/main" id="{231863AD-3E42-BC3A-2BC0-60050264C08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35475" y="1710025"/>
            <a:ext cx="2794306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Conclusion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" name="Google Shape;56;p13">
            <a:extLst>
              <a:ext uri="{FF2B5EF4-FFF2-40B4-BE49-F238E27FC236}">
                <a16:creationId xmlns:a16="http://schemas.microsoft.com/office/drawing/2014/main" id="{BA3146BD-9AE2-69EA-BD4E-317D0932B23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C552557-4D3F-FF01-A2FD-72174CD5B210}"/>
              </a:ext>
            </a:extLst>
          </p:cNvPr>
          <p:cNvSpPr txBox="1"/>
          <p:nvPr/>
        </p:nvSpPr>
        <p:spPr>
          <a:xfrm>
            <a:off x="2819186" y="2599325"/>
            <a:ext cx="829231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Les retards ne semblent pas être la cause principale des annulations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Le type de location a un fort impact sur les retards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Le seuil de 30 mn entre 2 réservations semble être un bon compromis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Le parc automobile est plutôt ancien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E3449"/>
                </a:solidFill>
                <a:latin typeface="Inter SemiBold"/>
                <a:ea typeface="Inter SemiBold"/>
              </a:rPr>
              <a:t>Le prix moyen et médian des tarifs de location sont très proches ce qui montre un bon équilibre dans la répartition des véhicules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</a:rPr>
              <a:t>L’estimation des prix est assez fiable avec une moyenne d’erreur en-dessous des 10€</a:t>
            </a:r>
          </a:p>
          <a:p>
            <a:pPr marL="285750" indent="-285750">
              <a:buFontTx/>
              <a:buChar char="-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9861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681433" y="828208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7466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de votre  attention ! </a:t>
            </a:r>
            <a:endParaRPr sz="7466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834" y="4008833"/>
            <a:ext cx="6132399" cy="284916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>
            <a:spLocks noGrp="1"/>
          </p:cNvSpPr>
          <p:nvPr>
            <p:ph type="ctrTitle" idx="4294967295"/>
          </p:nvPr>
        </p:nvSpPr>
        <p:spPr>
          <a:xfrm>
            <a:off x="1699685" y="3474724"/>
            <a:ext cx="7086800" cy="931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fr" sz="3200" dirty="0">
                <a:solidFill>
                  <a:srgbClr val="0E3449"/>
                </a:solidFill>
                <a:latin typeface="Inter Medium"/>
                <a:ea typeface="Inter Medium"/>
                <a:cs typeface="Inter Medium"/>
                <a:sym typeface="Inter Medium"/>
              </a:rPr>
              <a:t>Temps d’échange</a:t>
            </a:r>
            <a:endParaRPr sz="3200" dirty="0">
              <a:solidFill>
                <a:srgbClr val="0E344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833" y="643803"/>
            <a:ext cx="769200" cy="514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394</Words>
  <Application>Microsoft Office PowerPoint</Application>
  <PresentationFormat>Grand écran</PresentationFormat>
  <Paragraphs>61</Paragraphs>
  <Slides>10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Georgia Pro</vt:lpstr>
      <vt:lpstr>Inter</vt:lpstr>
      <vt:lpstr>Inter Medium</vt:lpstr>
      <vt:lpstr>Inter SemiBold</vt:lpstr>
      <vt:lpstr>Thème Office</vt:lpstr>
      <vt:lpstr>Projet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Conclusion</vt:lpstr>
      <vt:lpstr>Merci de votre  attention 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MINARET</dc:creator>
  <cp:lastModifiedBy>François MINARET</cp:lastModifiedBy>
  <cp:revision>1</cp:revision>
  <dcterms:created xsi:type="dcterms:W3CDTF">2025-10-11T09:52:16Z</dcterms:created>
  <dcterms:modified xsi:type="dcterms:W3CDTF">2025-11-23T13:07:58Z</dcterms:modified>
</cp:coreProperties>
</file>