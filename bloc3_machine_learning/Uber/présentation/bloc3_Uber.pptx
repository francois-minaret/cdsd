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63" r:id="rId10"/>
    <p:sldId id="262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D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3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çois MINARET" userId="adb28e3b60489278" providerId="LiveId" clId="{FD47C505-F23A-492F-98D9-621DCA942E01}"/>
    <pc:docChg chg="undo custSel addSld modSld sldOrd">
      <pc:chgData name="François MINARET" userId="adb28e3b60489278" providerId="LiveId" clId="{FD47C505-F23A-492F-98D9-621DCA942E01}" dt="2025-11-17T13:15:19.007" v="1666" actId="20577"/>
      <pc:docMkLst>
        <pc:docMk/>
      </pc:docMkLst>
      <pc:sldChg chg="addSp delSp modSp mod">
        <pc:chgData name="François MINARET" userId="adb28e3b60489278" providerId="LiveId" clId="{FD47C505-F23A-492F-98D9-621DCA942E01}" dt="2025-11-16T10:45:42.528" v="39" actId="20577"/>
        <pc:sldMkLst>
          <pc:docMk/>
          <pc:sldMk cId="2178862147" sldId="256"/>
        </pc:sldMkLst>
        <pc:spChg chg="add del mod">
          <ac:chgData name="François MINARET" userId="adb28e3b60489278" providerId="LiveId" clId="{FD47C505-F23A-492F-98D9-621DCA942E01}" dt="2025-11-16T10:44:08.034" v="1" actId="478"/>
          <ac:spMkLst>
            <pc:docMk/>
            <pc:sldMk cId="2178862147" sldId="256"/>
            <ac:spMk id="3" creationId="{355456B4-09FA-2416-5671-DAF34211E09D}"/>
          </ac:spMkLst>
        </pc:spChg>
        <pc:spChg chg="del">
          <ac:chgData name="François MINARET" userId="adb28e3b60489278" providerId="LiveId" clId="{FD47C505-F23A-492F-98D9-621DCA942E01}" dt="2025-11-16T10:43:55.704" v="0" actId="478"/>
          <ac:spMkLst>
            <pc:docMk/>
            <pc:sldMk cId="2178862147" sldId="256"/>
            <ac:spMk id="9" creationId="{884A2DCC-0870-8B4D-3425-DCE826F43696}"/>
          </ac:spMkLst>
        </pc:spChg>
        <pc:spChg chg="mod">
          <ac:chgData name="François MINARET" userId="adb28e3b60489278" providerId="LiveId" clId="{FD47C505-F23A-492F-98D9-621DCA942E01}" dt="2025-11-16T10:45:42.528" v="39" actId="20577"/>
          <ac:spMkLst>
            <pc:docMk/>
            <pc:sldMk cId="2178862147" sldId="256"/>
            <ac:spMk id="12" creationId="{D1CF5CFC-29F7-1DEB-CF42-38E1B378DF70}"/>
          </ac:spMkLst>
        </pc:spChg>
        <pc:spChg chg="del">
          <ac:chgData name="François MINARET" userId="adb28e3b60489278" providerId="LiveId" clId="{FD47C505-F23A-492F-98D9-621DCA942E01}" dt="2025-11-16T10:44:11.019" v="2" actId="478"/>
          <ac:spMkLst>
            <pc:docMk/>
            <pc:sldMk cId="2178862147" sldId="256"/>
            <ac:spMk id="16" creationId="{353E9658-F03D-C150-FA8D-2766B2C07866}"/>
          </ac:spMkLst>
        </pc:spChg>
        <pc:picChg chg="add mod">
          <ac:chgData name="François MINARET" userId="adb28e3b60489278" providerId="LiveId" clId="{FD47C505-F23A-492F-98D9-621DCA942E01}" dt="2025-11-16T10:44:24.292" v="7" actId="1076"/>
          <ac:picMkLst>
            <pc:docMk/>
            <pc:sldMk cId="2178862147" sldId="256"/>
            <ac:picMk id="4" creationId="{19EDCC03-1CCA-230E-DAA1-C86439331838}"/>
          </ac:picMkLst>
        </pc:picChg>
      </pc:sldChg>
      <pc:sldChg chg="addSp delSp modSp mod">
        <pc:chgData name="François MINARET" userId="adb28e3b60489278" providerId="LiveId" clId="{FD47C505-F23A-492F-98D9-621DCA942E01}" dt="2025-11-16T10:50:32.951" v="233" actId="20577"/>
        <pc:sldMkLst>
          <pc:docMk/>
          <pc:sldMk cId="646890803" sldId="257"/>
        </pc:sldMkLst>
        <pc:spChg chg="add del mod">
          <ac:chgData name="François MINARET" userId="adb28e3b60489278" providerId="LiveId" clId="{FD47C505-F23A-492F-98D9-621DCA942E01}" dt="2025-11-16T10:47:08.264" v="43" actId="478"/>
          <ac:spMkLst>
            <pc:docMk/>
            <pc:sldMk cId="646890803" sldId="257"/>
            <ac:spMk id="3" creationId="{6EC02D26-92F2-E599-74EF-A6DCAB069749}"/>
          </ac:spMkLst>
        </pc:spChg>
        <pc:spChg chg="add mod">
          <ac:chgData name="François MINARET" userId="adb28e3b60489278" providerId="LiveId" clId="{FD47C505-F23A-492F-98D9-621DCA942E01}" dt="2025-11-16T10:50:32.951" v="233" actId="20577"/>
          <ac:spMkLst>
            <pc:docMk/>
            <pc:sldMk cId="646890803" sldId="257"/>
            <ac:spMk id="4" creationId="{27B7DD9D-A557-1130-B740-13ABFBD3BF8E}"/>
          </ac:spMkLst>
        </pc:spChg>
        <pc:picChg chg="add del mod">
          <ac:chgData name="François MINARET" userId="adb28e3b60489278" providerId="LiveId" clId="{FD47C505-F23A-492F-98D9-621DCA942E01}" dt="2025-11-16T10:46:56.396" v="41" actId="478"/>
          <ac:picMkLst>
            <pc:docMk/>
            <pc:sldMk cId="646890803" sldId="257"/>
            <ac:picMk id="2" creationId="{DD576818-14F4-957E-0A60-E3335BB2851A}"/>
          </ac:picMkLst>
        </pc:picChg>
      </pc:sldChg>
      <pc:sldChg chg="modSp mod">
        <pc:chgData name="François MINARET" userId="adb28e3b60489278" providerId="LiveId" clId="{FD47C505-F23A-492F-98D9-621DCA942E01}" dt="2025-11-16T11:39:06.810" v="1659" actId="20577"/>
        <pc:sldMkLst>
          <pc:docMk/>
          <pc:sldMk cId="3339861034" sldId="263"/>
        </pc:sldMkLst>
        <pc:spChg chg="mod">
          <ac:chgData name="François MINARET" userId="adb28e3b60489278" providerId="LiveId" clId="{FD47C505-F23A-492F-98D9-621DCA942E01}" dt="2025-11-16T11:39:06.810" v="1659" actId="20577"/>
          <ac:spMkLst>
            <pc:docMk/>
            <pc:sldMk cId="3339861034" sldId="263"/>
            <ac:spMk id="2" creationId="{2C552557-4D3F-FF01-A2FD-72174CD5B210}"/>
          </ac:spMkLst>
        </pc:spChg>
      </pc:sldChg>
      <pc:sldChg chg="addSp delSp modSp add mod">
        <pc:chgData name="François MINARET" userId="adb28e3b60489278" providerId="LiveId" clId="{FD47C505-F23A-492F-98D9-621DCA942E01}" dt="2025-11-17T10:40:30.520" v="1662" actId="33524"/>
        <pc:sldMkLst>
          <pc:docMk/>
          <pc:sldMk cId="1432787113" sldId="264"/>
        </pc:sldMkLst>
        <pc:spChg chg="add del mod">
          <ac:chgData name="François MINARET" userId="adb28e3b60489278" providerId="LiveId" clId="{FD47C505-F23A-492F-98D9-621DCA942E01}" dt="2025-11-17T10:40:30.520" v="1662" actId="33524"/>
          <ac:spMkLst>
            <pc:docMk/>
            <pc:sldMk cId="1432787113" sldId="264"/>
            <ac:spMk id="4" creationId="{91A88EE9-9CA1-2FD3-88EC-72AC2C402F62}"/>
          </ac:spMkLst>
        </pc:spChg>
        <pc:spChg chg="mod">
          <ac:chgData name="François MINARET" userId="adb28e3b60489278" providerId="LiveId" clId="{FD47C505-F23A-492F-98D9-621DCA942E01}" dt="2025-11-16T10:50:55.595" v="238" actId="20577"/>
          <ac:spMkLst>
            <pc:docMk/>
            <pc:sldMk cId="1432787113" sldId="264"/>
            <ac:spMk id="6" creationId="{64608EE4-F748-1664-B282-983E85D5545B}"/>
          </ac:spMkLst>
        </pc:spChg>
      </pc:sldChg>
      <pc:sldChg chg="addSp delSp modSp add mod setBg">
        <pc:chgData name="François MINARET" userId="adb28e3b60489278" providerId="LiveId" clId="{FD47C505-F23A-492F-98D9-621DCA942E01}" dt="2025-11-16T11:02:46.046" v="659" actId="1076"/>
        <pc:sldMkLst>
          <pc:docMk/>
          <pc:sldMk cId="1210199562" sldId="265"/>
        </pc:sldMkLst>
        <pc:spChg chg="del">
          <ac:chgData name="François MINARET" userId="adb28e3b60489278" providerId="LiveId" clId="{FD47C505-F23A-492F-98D9-621DCA942E01}" dt="2025-11-16T10:56:43.032" v="520" actId="478"/>
          <ac:spMkLst>
            <pc:docMk/>
            <pc:sldMk cId="1210199562" sldId="265"/>
            <ac:spMk id="4" creationId="{8BFF7E65-7EDB-5C77-77A4-9A7635C4DEDF}"/>
          </ac:spMkLst>
        </pc:spChg>
        <pc:spChg chg="mod">
          <ac:chgData name="François MINARET" userId="adb28e3b60489278" providerId="LiveId" clId="{FD47C505-F23A-492F-98D9-621DCA942E01}" dt="2025-11-16T11:02:46.046" v="659" actId="1076"/>
          <ac:spMkLst>
            <pc:docMk/>
            <pc:sldMk cId="1210199562" sldId="265"/>
            <ac:spMk id="6" creationId="{FCA74A22-DCC0-39F1-6147-FB2362D1D1E0}"/>
          </ac:spMkLst>
        </pc:spChg>
        <pc:spChg chg="add mod">
          <ac:chgData name="François MINARET" userId="adb28e3b60489278" providerId="LiveId" clId="{FD47C505-F23A-492F-98D9-621DCA942E01}" dt="2025-11-16T11:02:21.741" v="652" actId="14100"/>
          <ac:spMkLst>
            <pc:docMk/>
            <pc:sldMk cId="1210199562" sldId="265"/>
            <ac:spMk id="11" creationId="{413D7C6B-4FAE-03D7-E310-36CFDBB9D2E2}"/>
          </ac:spMkLst>
        </pc:spChg>
        <pc:spChg chg="add">
          <ac:chgData name="François MINARET" userId="adb28e3b60489278" providerId="LiveId" clId="{FD47C505-F23A-492F-98D9-621DCA942E01}" dt="2025-11-16T11:02:18.168" v="651" actId="26606"/>
          <ac:spMkLst>
            <pc:docMk/>
            <pc:sldMk cId="1210199562" sldId="265"/>
            <ac:spMk id="16" creationId="{352BEC0E-22F8-46D0-9632-375DB541B06C}"/>
          </ac:spMkLst>
        </pc:spChg>
        <pc:spChg chg="add">
          <ac:chgData name="François MINARET" userId="adb28e3b60489278" providerId="LiveId" clId="{FD47C505-F23A-492F-98D9-621DCA942E01}" dt="2025-11-16T11:02:18.168" v="651" actId="26606"/>
          <ac:spMkLst>
            <pc:docMk/>
            <pc:sldMk cId="1210199562" sldId="265"/>
            <ac:spMk id="18" creationId="{3FCFB1DE-0B7E-48CC-BA90-B2AB0889F9D6}"/>
          </ac:spMkLst>
        </pc:spChg>
        <pc:picChg chg="add mod ord">
          <ac:chgData name="François MINARET" userId="adb28e3b60489278" providerId="LiveId" clId="{FD47C505-F23A-492F-98D9-621DCA942E01}" dt="2025-11-16T11:02:40.143" v="658" actId="14100"/>
          <ac:picMkLst>
            <pc:docMk/>
            <pc:sldMk cId="1210199562" sldId="265"/>
            <ac:picMk id="3" creationId="{7A23098C-F2AC-8683-F62A-EB8B3D869DC9}"/>
          </ac:picMkLst>
        </pc:picChg>
        <pc:picChg chg="ord">
          <ac:chgData name="François MINARET" userId="adb28e3b60489278" providerId="LiveId" clId="{FD47C505-F23A-492F-98D9-621DCA942E01}" dt="2025-11-16T11:02:18.168" v="651" actId="26606"/>
          <ac:picMkLst>
            <pc:docMk/>
            <pc:sldMk cId="1210199562" sldId="265"/>
            <ac:picMk id="7" creationId="{4FCFFE99-E230-6EFE-DB8E-00499A16AF36}"/>
          </ac:picMkLst>
        </pc:picChg>
        <pc:picChg chg="add del">
          <ac:chgData name="François MINARET" userId="adb28e3b60489278" providerId="LiveId" clId="{FD47C505-F23A-492F-98D9-621DCA942E01}" dt="2025-11-16T10:58:19.111" v="524" actId="22"/>
          <ac:picMkLst>
            <pc:docMk/>
            <pc:sldMk cId="1210199562" sldId="265"/>
            <ac:picMk id="8" creationId="{463227A1-DB84-77A0-4578-53D1EDD85A03}"/>
          </ac:picMkLst>
        </pc:picChg>
        <pc:picChg chg="add mod ord">
          <ac:chgData name="François MINARET" userId="adb28e3b60489278" providerId="LiveId" clId="{FD47C505-F23A-492F-98D9-621DCA942E01}" dt="2025-11-16T11:02:28.290" v="654" actId="14100"/>
          <ac:picMkLst>
            <pc:docMk/>
            <pc:sldMk cId="1210199562" sldId="265"/>
            <ac:picMk id="10" creationId="{930CC7FB-3695-5B44-F7D9-10355B22C6A4}"/>
          </ac:picMkLst>
        </pc:picChg>
      </pc:sldChg>
      <pc:sldChg chg="addSp delSp modSp add mod ord">
        <pc:chgData name="François MINARET" userId="adb28e3b60489278" providerId="LiveId" clId="{FD47C505-F23A-492F-98D9-621DCA942E01}" dt="2025-11-17T13:15:19.007" v="1666" actId="20577"/>
        <pc:sldMkLst>
          <pc:docMk/>
          <pc:sldMk cId="2398721685" sldId="266"/>
        </pc:sldMkLst>
        <pc:spChg chg="add mod">
          <ac:chgData name="François MINARET" userId="adb28e3b60489278" providerId="LiveId" clId="{FD47C505-F23A-492F-98D9-621DCA942E01}" dt="2025-11-17T13:15:19.007" v="1666" actId="20577"/>
          <ac:spMkLst>
            <pc:docMk/>
            <pc:sldMk cId="2398721685" sldId="266"/>
            <ac:spMk id="2" creationId="{427C43A8-E980-59D1-36F5-BF6B81A7DB76}"/>
          </ac:spMkLst>
        </pc:spChg>
        <pc:spChg chg="del mod">
          <ac:chgData name="François MINARET" userId="adb28e3b60489278" providerId="LiveId" clId="{FD47C505-F23A-492F-98D9-621DCA942E01}" dt="2025-11-16T11:08:16.329" v="673" actId="478"/>
          <ac:spMkLst>
            <pc:docMk/>
            <pc:sldMk cId="2398721685" sldId="266"/>
            <ac:spMk id="4" creationId="{FA406680-1A29-58EB-F206-A59F86C40FA4}"/>
          </ac:spMkLst>
        </pc:spChg>
        <pc:spChg chg="mod">
          <ac:chgData name="François MINARET" userId="adb28e3b60489278" providerId="LiveId" clId="{FD47C505-F23A-492F-98D9-621DCA942E01}" dt="2025-11-16T11:03:30.804" v="669" actId="20577"/>
          <ac:spMkLst>
            <pc:docMk/>
            <pc:sldMk cId="2398721685" sldId="266"/>
            <ac:spMk id="6" creationId="{B78B84AF-9BC9-6A35-BF87-E1FD5A44385A}"/>
          </ac:spMkLst>
        </pc:spChg>
      </pc:sldChg>
      <pc:sldChg chg="addSp delSp modSp add mod">
        <pc:chgData name="François MINARET" userId="adb28e3b60489278" providerId="LiveId" clId="{FD47C505-F23A-492F-98D9-621DCA942E01}" dt="2025-11-16T11:21:40.926" v="1194" actId="1076"/>
        <pc:sldMkLst>
          <pc:docMk/>
          <pc:sldMk cId="391978455" sldId="267"/>
        </pc:sldMkLst>
        <pc:spChg chg="del mod">
          <ac:chgData name="François MINARET" userId="adb28e3b60489278" providerId="LiveId" clId="{FD47C505-F23A-492F-98D9-621DCA942E01}" dt="2025-11-16T11:12:58.775" v="1091" actId="478"/>
          <ac:spMkLst>
            <pc:docMk/>
            <pc:sldMk cId="391978455" sldId="267"/>
            <ac:spMk id="2" creationId="{16B60F02-C352-0C1A-C764-7481B4DF1F96}"/>
          </ac:spMkLst>
        </pc:spChg>
        <pc:spChg chg="mod">
          <ac:chgData name="François MINARET" userId="adb28e3b60489278" providerId="LiveId" clId="{FD47C505-F23A-492F-98D9-621DCA942E01}" dt="2025-11-16T11:15:23.995" v="1100" actId="14100"/>
          <ac:spMkLst>
            <pc:docMk/>
            <pc:sldMk cId="391978455" sldId="267"/>
            <ac:spMk id="6" creationId="{E826B439-BFFA-D0AD-4D23-F1B8CFB21A8C}"/>
          </ac:spMkLst>
        </pc:spChg>
        <pc:spChg chg="add mod">
          <ac:chgData name="François MINARET" userId="adb28e3b60489278" providerId="LiveId" clId="{FD47C505-F23A-492F-98D9-621DCA942E01}" dt="2025-11-16T11:15:39.812" v="1108" actId="1076"/>
          <ac:spMkLst>
            <pc:docMk/>
            <pc:sldMk cId="391978455" sldId="267"/>
            <ac:spMk id="11" creationId="{E84EDF76-D981-08EA-3291-33BF7324FBB4}"/>
          </ac:spMkLst>
        </pc:spChg>
        <pc:spChg chg="add mod">
          <ac:chgData name="François MINARET" userId="adb28e3b60489278" providerId="LiveId" clId="{FD47C505-F23A-492F-98D9-621DCA942E01}" dt="2025-11-16T11:16:21.517" v="1125" actId="1076"/>
          <ac:spMkLst>
            <pc:docMk/>
            <pc:sldMk cId="391978455" sldId="267"/>
            <ac:spMk id="12" creationId="{D962C28F-197A-9228-460C-0BE51393F311}"/>
          </ac:spMkLst>
        </pc:spChg>
        <pc:spChg chg="add mod">
          <ac:chgData name="François MINARET" userId="adb28e3b60489278" providerId="LiveId" clId="{FD47C505-F23A-492F-98D9-621DCA942E01}" dt="2025-11-16T11:19:56.769" v="1150" actId="6549"/>
          <ac:spMkLst>
            <pc:docMk/>
            <pc:sldMk cId="391978455" sldId="267"/>
            <ac:spMk id="17" creationId="{11E8513F-D05A-B0A8-60A3-DB0F8CBFE451}"/>
          </ac:spMkLst>
        </pc:spChg>
        <pc:spChg chg="add mod">
          <ac:chgData name="François MINARET" userId="adb28e3b60489278" providerId="LiveId" clId="{FD47C505-F23A-492F-98D9-621DCA942E01}" dt="2025-11-16T11:20:26.552" v="1156" actId="20577"/>
          <ac:spMkLst>
            <pc:docMk/>
            <pc:sldMk cId="391978455" sldId="267"/>
            <ac:spMk id="18" creationId="{5395F48C-230F-DD6E-2D00-817E9077CD41}"/>
          </ac:spMkLst>
        </pc:spChg>
        <pc:spChg chg="add mod">
          <ac:chgData name="François MINARET" userId="adb28e3b60489278" providerId="LiveId" clId="{FD47C505-F23A-492F-98D9-621DCA942E01}" dt="2025-11-16T11:21:40.926" v="1194" actId="1076"/>
          <ac:spMkLst>
            <pc:docMk/>
            <pc:sldMk cId="391978455" sldId="267"/>
            <ac:spMk id="19" creationId="{79F4F36D-71D5-C52B-F55D-5D4BEF85E061}"/>
          </ac:spMkLst>
        </pc:spChg>
        <pc:picChg chg="add mod">
          <ac:chgData name="François MINARET" userId="adb28e3b60489278" providerId="LiveId" clId="{FD47C505-F23A-492F-98D9-621DCA942E01}" dt="2025-11-16T11:16:04.022" v="1117" actId="1076"/>
          <ac:picMkLst>
            <pc:docMk/>
            <pc:sldMk cId="391978455" sldId="267"/>
            <ac:picMk id="4" creationId="{4E20ECC3-D7EA-CE54-EC25-26FA763A279C}"/>
          </ac:picMkLst>
        </pc:picChg>
        <pc:picChg chg="add mod">
          <ac:chgData name="François MINARET" userId="adb28e3b60489278" providerId="LiveId" clId="{FD47C505-F23A-492F-98D9-621DCA942E01}" dt="2025-11-16T11:15:46.175" v="1110" actId="14100"/>
          <ac:picMkLst>
            <pc:docMk/>
            <pc:sldMk cId="391978455" sldId="267"/>
            <ac:picMk id="8" creationId="{0FCE8FF0-C102-A18A-376E-07598EDFF5BF}"/>
          </ac:picMkLst>
        </pc:picChg>
        <pc:picChg chg="add mod">
          <ac:chgData name="François MINARET" userId="adb28e3b60489278" providerId="LiveId" clId="{FD47C505-F23A-492F-98D9-621DCA942E01}" dt="2025-11-16T11:16:02.912" v="1116" actId="1076"/>
          <ac:picMkLst>
            <pc:docMk/>
            <pc:sldMk cId="391978455" sldId="267"/>
            <ac:picMk id="10" creationId="{71FF634F-0834-C672-9424-60B86920D835}"/>
          </ac:picMkLst>
        </pc:picChg>
        <pc:picChg chg="add mod">
          <ac:chgData name="François MINARET" userId="adb28e3b60489278" providerId="LiveId" clId="{FD47C505-F23A-492F-98D9-621DCA942E01}" dt="2025-11-16T11:16:55.590" v="1130" actId="1076"/>
          <ac:picMkLst>
            <pc:docMk/>
            <pc:sldMk cId="391978455" sldId="267"/>
            <ac:picMk id="14" creationId="{6969859D-751A-506F-53A1-5113F8E43114}"/>
          </ac:picMkLst>
        </pc:picChg>
        <pc:picChg chg="add mod">
          <ac:chgData name="François MINARET" userId="adb28e3b60489278" providerId="LiveId" clId="{FD47C505-F23A-492F-98D9-621DCA942E01}" dt="2025-11-16T11:17:26.779" v="1133" actId="1076"/>
          <ac:picMkLst>
            <pc:docMk/>
            <pc:sldMk cId="391978455" sldId="267"/>
            <ac:picMk id="16" creationId="{FDF02544-A0AC-E6A0-A25E-8AB4422A7884}"/>
          </ac:picMkLst>
        </pc:picChg>
      </pc:sldChg>
      <pc:sldChg chg="addSp delSp modSp add mod ord">
        <pc:chgData name="François MINARET" userId="adb28e3b60489278" providerId="LiveId" clId="{FD47C505-F23A-492F-98D9-621DCA942E01}" dt="2025-11-16T11:31:40.319" v="1283" actId="1076"/>
        <pc:sldMkLst>
          <pc:docMk/>
          <pc:sldMk cId="4147392088" sldId="268"/>
        </pc:sldMkLst>
        <pc:spChg chg="del mod">
          <ac:chgData name="François MINARET" userId="adb28e3b60489278" providerId="LiveId" clId="{FD47C505-F23A-492F-98D9-621DCA942E01}" dt="2025-11-16T11:28:09.035" v="1205" actId="478"/>
          <ac:spMkLst>
            <pc:docMk/>
            <pc:sldMk cId="4147392088" sldId="268"/>
            <ac:spMk id="2" creationId="{A8E41C11-DB5D-DAE4-9A3F-F6AFA7937485}"/>
          </ac:spMkLst>
        </pc:spChg>
        <pc:spChg chg="mod">
          <ac:chgData name="François MINARET" userId="adb28e3b60489278" providerId="LiveId" clId="{FD47C505-F23A-492F-98D9-621DCA942E01}" dt="2025-11-16T11:31:12.018" v="1265" actId="1076"/>
          <ac:spMkLst>
            <pc:docMk/>
            <pc:sldMk cId="4147392088" sldId="268"/>
            <ac:spMk id="6" creationId="{FD70372D-A329-9F94-B07D-4738B7BF7636}"/>
          </ac:spMkLst>
        </pc:spChg>
        <pc:spChg chg="add mod">
          <ac:chgData name="François MINARET" userId="adb28e3b60489278" providerId="LiveId" clId="{FD47C505-F23A-492F-98D9-621DCA942E01}" dt="2025-11-16T11:31:40.319" v="1283" actId="1076"/>
          <ac:spMkLst>
            <pc:docMk/>
            <pc:sldMk cId="4147392088" sldId="268"/>
            <ac:spMk id="17" creationId="{838CECEE-CAE4-4D2D-DE82-8749F2D5BC1C}"/>
          </ac:spMkLst>
        </pc:spChg>
        <pc:spChg chg="add mod">
          <ac:chgData name="François MINARET" userId="adb28e3b60489278" providerId="LiveId" clId="{FD47C505-F23A-492F-98D9-621DCA942E01}" dt="2025-11-16T11:31:30.276" v="1272" actId="1076"/>
          <ac:spMkLst>
            <pc:docMk/>
            <pc:sldMk cId="4147392088" sldId="268"/>
            <ac:spMk id="18" creationId="{24A76AB0-7832-3DB2-A1B2-E4B0BD9854C1}"/>
          </ac:spMkLst>
        </pc:spChg>
        <pc:picChg chg="add mod">
          <ac:chgData name="François MINARET" userId="adb28e3b60489278" providerId="LiveId" clId="{FD47C505-F23A-492F-98D9-621DCA942E01}" dt="2025-11-16T11:30:17.151" v="1250" actId="1076"/>
          <ac:picMkLst>
            <pc:docMk/>
            <pc:sldMk cId="4147392088" sldId="268"/>
            <ac:picMk id="4" creationId="{066FF62A-0121-0F41-7C9C-77D751CD579D}"/>
          </ac:picMkLst>
        </pc:picChg>
        <pc:picChg chg="add mod">
          <ac:chgData name="François MINARET" userId="adb28e3b60489278" providerId="LiveId" clId="{FD47C505-F23A-492F-98D9-621DCA942E01}" dt="2025-11-16T11:30:24.884" v="1253" actId="1076"/>
          <ac:picMkLst>
            <pc:docMk/>
            <pc:sldMk cId="4147392088" sldId="268"/>
            <ac:picMk id="8" creationId="{1EAF51B7-2730-004C-691F-5FA54A819A64}"/>
          </ac:picMkLst>
        </pc:picChg>
        <pc:picChg chg="add mod">
          <ac:chgData name="François MINARET" userId="adb28e3b60489278" providerId="LiveId" clId="{FD47C505-F23A-492F-98D9-621DCA942E01}" dt="2025-11-16T11:30:19.339" v="1251" actId="1076"/>
          <ac:picMkLst>
            <pc:docMk/>
            <pc:sldMk cId="4147392088" sldId="268"/>
            <ac:picMk id="10" creationId="{8635E623-1B25-2A1F-451C-BAA7B1DE7445}"/>
          </ac:picMkLst>
        </pc:picChg>
        <pc:picChg chg="add mod">
          <ac:chgData name="François MINARET" userId="adb28e3b60489278" providerId="LiveId" clId="{FD47C505-F23A-492F-98D9-621DCA942E01}" dt="2025-11-16T11:30:34.606" v="1257" actId="14100"/>
          <ac:picMkLst>
            <pc:docMk/>
            <pc:sldMk cId="4147392088" sldId="268"/>
            <ac:picMk id="12" creationId="{56E74D35-386D-4EAA-2A4E-B9F385D75DAF}"/>
          </ac:picMkLst>
        </pc:picChg>
        <pc:picChg chg="add mod">
          <ac:chgData name="François MINARET" userId="adb28e3b60489278" providerId="LiveId" clId="{FD47C505-F23A-492F-98D9-621DCA942E01}" dt="2025-11-16T11:30:30.373" v="1256" actId="1076"/>
          <ac:picMkLst>
            <pc:docMk/>
            <pc:sldMk cId="4147392088" sldId="268"/>
            <ac:picMk id="14" creationId="{031986D3-D334-CF47-037D-1CB53513779F}"/>
          </ac:picMkLst>
        </pc:picChg>
        <pc:picChg chg="add mod">
          <ac:chgData name="François MINARET" userId="adb28e3b60489278" providerId="LiveId" clId="{FD47C505-F23A-492F-98D9-621DCA942E01}" dt="2025-11-16T11:30:56.389" v="1262" actId="1076"/>
          <ac:picMkLst>
            <pc:docMk/>
            <pc:sldMk cId="4147392088" sldId="268"/>
            <ac:picMk id="16" creationId="{F2EB3BBD-C489-9E24-2B7D-B9BBD805B2C3}"/>
          </ac:picMkLst>
        </pc:picChg>
      </pc:sldChg>
      <pc:sldChg chg="addSp delSp modSp add mod">
        <pc:chgData name="François MINARET" userId="adb28e3b60489278" providerId="LiveId" clId="{FD47C505-F23A-492F-98D9-621DCA942E01}" dt="2025-11-16T11:33:34.409" v="1315" actId="20577"/>
        <pc:sldMkLst>
          <pc:docMk/>
          <pc:sldMk cId="3258490066" sldId="269"/>
        </pc:sldMkLst>
        <pc:spChg chg="add mod">
          <ac:chgData name="François MINARET" userId="adb28e3b60489278" providerId="LiveId" clId="{FD47C505-F23A-492F-98D9-621DCA942E01}" dt="2025-11-16T11:33:34.409" v="1315" actId="20577"/>
          <ac:spMkLst>
            <pc:docMk/>
            <pc:sldMk cId="3258490066" sldId="269"/>
            <ac:spMk id="5" creationId="{47EF2B6F-257F-825B-38AA-6BC00461D2B9}"/>
          </ac:spMkLst>
        </pc:spChg>
        <pc:spChg chg="del mod">
          <ac:chgData name="François MINARET" userId="adb28e3b60489278" providerId="LiveId" clId="{FD47C505-F23A-492F-98D9-621DCA942E01}" dt="2025-11-16T11:32:20.374" v="1295" actId="478"/>
          <ac:spMkLst>
            <pc:docMk/>
            <pc:sldMk cId="3258490066" sldId="269"/>
            <ac:spMk id="6" creationId="{C6BA7571-78F4-408C-3042-F2119C5D615B}"/>
          </ac:spMkLst>
        </pc:spChg>
        <pc:spChg chg="del">
          <ac:chgData name="François MINARET" userId="adb28e3b60489278" providerId="LiveId" clId="{FD47C505-F23A-492F-98D9-621DCA942E01}" dt="2025-11-16T11:32:14.784" v="1289" actId="478"/>
          <ac:spMkLst>
            <pc:docMk/>
            <pc:sldMk cId="3258490066" sldId="269"/>
            <ac:spMk id="17" creationId="{BBC02A4D-F668-4180-8DD6-69CB8481079E}"/>
          </ac:spMkLst>
        </pc:spChg>
        <pc:spChg chg="del mod">
          <ac:chgData name="François MINARET" userId="adb28e3b60489278" providerId="LiveId" clId="{FD47C505-F23A-492F-98D9-621DCA942E01}" dt="2025-11-16T11:32:11.820" v="1287" actId="478"/>
          <ac:spMkLst>
            <pc:docMk/>
            <pc:sldMk cId="3258490066" sldId="269"/>
            <ac:spMk id="18" creationId="{2CDA7333-22C8-2195-F618-EB1FAC160AB6}"/>
          </ac:spMkLst>
        </pc:spChg>
        <pc:picChg chg="add mod">
          <ac:chgData name="François MINARET" userId="adb28e3b60489278" providerId="LiveId" clId="{FD47C505-F23A-492F-98D9-621DCA942E01}" dt="2025-11-16T11:33:17.801" v="1298" actId="1076"/>
          <ac:picMkLst>
            <pc:docMk/>
            <pc:sldMk cId="3258490066" sldId="269"/>
            <ac:picMk id="3" creationId="{63A1628C-D1C0-0042-56F8-640AF1B6E73A}"/>
          </ac:picMkLst>
        </pc:picChg>
        <pc:picChg chg="del">
          <ac:chgData name="François MINARET" userId="adb28e3b60489278" providerId="LiveId" clId="{FD47C505-F23A-492F-98D9-621DCA942E01}" dt="2025-11-16T11:32:17.724" v="1292" actId="478"/>
          <ac:picMkLst>
            <pc:docMk/>
            <pc:sldMk cId="3258490066" sldId="269"/>
            <ac:picMk id="4" creationId="{B49314D3-AECA-7745-4364-D54FD9B2B788}"/>
          </ac:picMkLst>
        </pc:picChg>
        <pc:picChg chg="del">
          <ac:chgData name="François MINARET" userId="adb28e3b60489278" providerId="LiveId" clId="{FD47C505-F23A-492F-98D9-621DCA942E01}" dt="2025-11-16T11:32:15.851" v="1290" actId="478"/>
          <ac:picMkLst>
            <pc:docMk/>
            <pc:sldMk cId="3258490066" sldId="269"/>
            <ac:picMk id="8" creationId="{2CD231DA-5E00-F92B-E520-13CB9F2ED411}"/>
          </ac:picMkLst>
        </pc:picChg>
        <pc:picChg chg="del">
          <ac:chgData name="François MINARET" userId="adb28e3b60489278" providerId="LiveId" clId="{FD47C505-F23A-492F-98D9-621DCA942E01}" dt="2025-11-16T11:32:18.603" v="1293" actId="478"/>
          <ac:picMkLst>
            <pc:docMk/>
            <pc:sldMk cId="3258490066" sldId="269"/>
            <ac:picMk id="10" creationId="{F8887CD3-0E15-BD6F-545D-4ACF5841778D}"/>
          </ac:picMkLst>
        </pc:picChg>
        <pc:picChg chg="del">
          <ac:chgData name="François MINARET" userId="adb28e3b60489278" providerId="LiveId" clId="{FD47C505-F23A-492F-98D9-621DCA942E01}" dt="2025-11-16T11:32:16.850" v="1291" actId="478"/>
          <ac:picMkLst>
            <pc:docMk/>
            <pc:sldMk cId="3258490066" sldId="269"/>
            <ac:picMk id="12" creationId="{2136E8D7-9144-CC9B-542B-4ABB78DDBDFD}"/>
          </ac:picMkLst>
        </pc:picChg>
        <pc:picChg chg="del">
          <ac:chgData name="François MINARET" userId="adb28e3b60489278" providerId="LiveId" clId="{FD47C505-F23A-492F-98D9-621DCA942E01}" dt="2025-11-16T11:32:09.163" v="1285" actId="478"/>
          <ac:picMkLst>
            <pc:docMk/>
            <pc:sldMk cId="3258490066" sldId="269"/>
            <ac:picMk id="14" creationId="{84B0AC4C-BEA7-F508-1557-4FD2F7C0A331}"/>
          </ac:picMkLst>
        </pc:picChg>
        <pc:picChg chg="del">
          <ac:chgData name="François MINARET" userId="adb28e3b60489278" providerId="LiveId" clId="{FD47C505-F23A-492F-98D9-621DCA942E01}" dt="2025-11-16T11:32:12.909" v="1288" actId="478"/>
          <ac:picMkLst>
            <pc:docMk/>
            <pc:sldMk cId="3258490066" sldId="269"/>
            <ac:picMk id="16" creationId="{BD8EF4A9-A078-DCCF-4522-9F222348DC1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C2F27-982B-42A8-94AF-0D45A63E0230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7E623-16E1-4307-A9A2-8188CE43D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00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5DA6D-E56C-2E44-AF3D-6D645C5AB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E148CC-BB62-DC81-BF11-855A68F56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B70BDE-2C00-4B13-811B-E50A9CF2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3D3475-AF7A-9850-9B87-B07E48B5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DD8593-6E53-DB49-34CC-4ADF9CFA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13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ABFE7-D3AC-9C5D-41E7-772E8BAE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998229-3273-F95A-5E6D-B475AE6DA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B82F61-90DA-3A88-98CF-22622AC9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F595BC-64B1-462E-6EAD-CE79F9F0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53CE0C-BF51-5C3B-8A0C-332A0B438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87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2A6C44-4094-4524-4C1A-069FCEA9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B9E72D-5847-0C39-14D4-D791A181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F80597-FB82-1DF6-AEC8-AC528C28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3EC15-0190-22F6-D613-14A8462B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78D53B-9684-41EE-7DF5-B779A148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40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0D0DD0-1D15-B451-4F97-4C40B524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C6C98A-CF5D-4CDC-32FA-A319307A8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484433-131D-F9BD-3FB5-F5572EA88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FFF403-2189-B933-2F0C-B04D7F57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89B1D7-E734-D892-95B2-E3A8338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344D2D-A032-3907-A397-1B6E896F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DC039D-D255-1FF2-C422-2F3F41699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1B111F-2990-045D-341E-34BDF23AF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91727C-F789-AE4E-BCE4-3EB23A32E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8E4E0A-6272-0DF7-DA30-F7A33B2C3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B06C329-DCD5-3E5D-1236-91D4171FE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32AC19A-E7FD-E223-27D0-3E0567415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181647F-9434-1D7B-B5A9-9D3B8ED8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744FD2-B37B-A487-D0F2-635E80A1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402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6A075E-5356-5062-9326-990C3C18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5C7861-336E-D108-F7C7-B629D241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FD0D80-175E-FD6F-C519-4959F904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8F751E-BA53-9BE1-30B9-68A5410B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64D89B9-05FA-0B2F-0BA5-C16C6F79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BA1CBB-526E-648D-3E3B-377DD64D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C7DC55-2AF9-624F-2BFF-4A5CB451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34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45F72-332C-27C8-B442-7F8D044D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E153C5-15CD-0476-E946-8568368C6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27AF03-6E94-6FFC-3D5D-E056AD2B9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E503C4-B844-1130-BA18-540062C1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BD46CD-8371-DF44-2906-531FE7A7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25E729-8F44-E959-9906-2F45628A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10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2C0FDB-32C5-2305-D8F2-265460C6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F313006-F61A-C1D9-FEC1-24BADCF44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294C3B-98E8-EA5C-21FE-241F56A26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38D992-F579-13A6-FEB6-DC3808FC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5A3BB4-37F1-0BFF-1175-1BCAFEED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3EFD3B-750B-9EBD-B01C-5809BB07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21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E1073-7948-359E-F22D-54C036F8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5401AC-54FD-C010-976A-7B3A35B3A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A9D02C-9006-091D-EE28-1105EEF8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DC9936-FAAD-A3AC-69B2-212B6996B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03F0A2-E86E-92A1-D47B-803D9DA5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99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6968D63-ED2E-1EA8-05D9-88DE04653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E67DC7-09B0-0FAD-C864-AB0ADFB0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A6AAAE-9252-A8AE-A74E-87E45AAF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8D99D1-4959-D50E-7B06-2204FB07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A9EA49-6BEC-5F87-EBD3-BECAEF69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584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75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4E9189-C610-CEDC-0A19-B73F6802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1E859C-826D-5D09-4D62-3ACAB2902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15E5F7-B3F5-1EBF-6635-E5C807A81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22001-887D-4F90-93FD-A261D78EF541}" type="datetimeFigureOut">
              <a:rPr lang="fr-FR" smtClean="0"/>
              <a:t>17/11/2025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F4CCFA-2BA7-7567-22AB-AB9AAEA4F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BDE700-A660-CB72-EDFA-18283D696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68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55;p13">
            <a:extLst>
              <a:ext uri="{FF2B5EF4-FFF2-40B4-BE49-F238E27FC236}">
                <a16:creationId xmlns:a16="http://schemas.microsoft.com/office/drawing/2014/main" id="{DB28ABAE-4F4A-9243-202B-AF80312CFB1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5BAED8EC-0DF3-76E2-3749-BADEF061E2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57;p13">
            <a:extLst>
              <a:ext uri="{FF2B5EF4-FFF2-40B4-BE49-F238E27FC236}">
                <a16:creationId xmlns:a16="http://schemas.microsoft.com/office/drawing/2014/main" id="{D1CF5CFC-29F7-1DEB-CF42-38E1B378DF70}"/>
              </a:ext>
            </a:extLst>
          </p:cNvPr>
          <p:cNvSpPr txBox="1">
            <a:spLocks/>
          </p:cNvSpPr>
          <p:nvPr/>
        </p:nvSpPr>
        <p:spPr>
          <a:xfrm>
            <a:off x="735464" y="2457591"/>
            <a:ext cx="5315100" cy="533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(</a:t>
            </a:r>
            <a:r>
              <a:rPr lang="fr-FR" sz="2500" dirty="0" err="1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Unsupervised</a:t>
            </a:r>
            <a: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) Machine Learning </a:t>
            </a:r>
          </a:p>
        </p:txBody>
      </p:sp>
      <p:pic>
        <p:nvPicPr>
          <p:cNvPr id="4" name="Image 3" descr="Une image contenant noir, obscurité&#10;&#10;Le contenu généré par l’IA peut être incorrect.">
            <a:extLst>
              <a:ext uri="{FF2B5EF4-FFF2-40B4-BE49-F238E27FC236}">
                <a16:creationId xmlns:a16="http://schemas.microsoft.com/office/drawing/2014/main" id="{19EDCC03-1CCA-230E-DAA1-C86439331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609" y="947298"/>
            <a:ext cx="2800752" cy="98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62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313F31CC-366F-38B2-EE15-BDC8DDE75B4D}"/>
              </a:ext>
            </a:extLst>
          </p:cNvPr>
          <p:cNvSpPr txBox="1">
            <a:spLocks/>
          </p:cNvSpPr>
          <p:nvPr/>
        </p:nvSpPr>
        <p:spPr>
          <a:xfrm>
            <a:off x="846308" y="1361005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Contexte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E2C43E41-2636-DB42-74C3-1C63BCDF211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7B7DD9D-A557-1130-B740-13ABFBD3BF8E}"/>
              </a:ext>
            </a:extLst>
          </p:cNvPr>
          <p:cNvSpPr txBox="1"/>
          <p:nvPr/>
        </p:nvSpPr>
        <p:spPr>
          <a:xfrm>
            <a:off x="2111829" y="2710543"/>
            <a:ext cx="78812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Nos clients ne sont pas toujours où nos véhicules sont présents :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	- Trop d’attente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	- Annulation de trajets</a:t>
            </a:r>
          </a:p>
          <a:p>
            <a:endParaRPr lang="fr-FR" dirty="0">
              <a:solidFill>
                <a:srgbClr val="0E3449"/>
              </a:solidFill>
              <a:latin typeface="Georgia Pro" panose="020F0502020204030204" pitchFamily="18" charset="0"/>
              <a:ea typeface="Inter"/>
            </a:endParaRP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Nos véhicules doivent connaître les zones utiles selon le jour et l’heure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6890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DAFC4-BF97-78B3-7662-02EA77FB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64608EE4-F748-1664-B282-983E85D5545B}"/>
              </a:ext>
            </a:extLst>
          </p:cNvPr>
          <p:cNvSpPr txBox="1">
            <a:spLocks/>
          </p:cNvSpPr>
          <p:nvPr/>
        </p:nvSpPr>
        <p:spPr>
          <a:xfrm>
            <a:off x="846308" y="1361005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Data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7E7A6CE6-4CDE-EF91-CEB3-D382D1FC94D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1A88EE9-9CA1-2FD3-88EC-72AC2C402F62}"/>
              </a:ext>
            </a:extLst>
          </p:cNvPr>
          <p:cNvSpPr txBox="1"/>
          <p:nvPr/>
        </p:nvSpPr>
        <p:spPr>
          <a:xfrm>
            <a:off x="1469571" y="2710543"/>
            <a:ext cx="85235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- 1 fichier pour les taxis sans données GPS (non utilisé)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- 1 fichier de janvier à juin 2015 sans données GPS (non utilisé)</a:t>
            </a:r>
          </a:p>
          <a:p>
            <a:pPr marL="285750" indent="-285750">
              <a:buFontTx/>
              <a:buChar char="-"/>
            </a:pPr>
            <a:r>
              <a:rPr lang="fr-FR" dirty="0"/>
              <a:t>6 fichiers d’Avril à septembre 2014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Rassemblement des fichiers de même format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4 534 327 lignes</a:t>
            </a:r>
          </a:p>
        </p:txBody>
      </p:sp>
    </p:spTree>
    <p:extLst>
      <p:ext uri="{BB962C8B-B14F-4D97-AF65-F5344CB8AC3E}">
        <p14:creationId xmlns:p14="http://schemas.microsoft.com/office/powerpoint/2010/main" val="1432787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B68F3-005E-6C7A-2B1A-D93B465AE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FCA74A22-DCC0-39F1-6147-FB2362D1D1E0}"/>
              </a:ext>
            </a:extLst>
          </p:cNvPr>
          <p:cNvSpPr txBox="1">
            <a:spLocks/>
          </p:cNvSpPr>
          <p:nvPr/>
        </p:nvSpPr>
        <p:spPr>
          <a:xfrm>
            <a:off x="640080" y="740702"/>
            <a:ext cx="6894576" cy="178308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400" b="1" dirty="0">
                <a:sym typeface="Inter"/>
              </a:rPr>
              <a:t>Etat des </a:t>
            </a:r>
            <a:r>
              <a:rPr lang="en-US" sz="3400" b="1" dirty="0" err="1">
                <a:sym typeface="Inter"/>
              </a:rPr>
              <a:t>lieux</a:t>
            </a:r>
            <a:r>
              <a:rPr lang="en-US" sz="3400" b="1" dirty="0">
                <a:sym typeface="Inter"/>
              </a:rPr>
              <a:t> :</a:t>
            </a:r>
          </a:p>
          <a:p>
            <a:pPr>
              <a:spcAft>
                <a:spcPts val="600"/>
              </a:spcAft>
            </a:pPr>
            <a:br>
              <a:rPr lang="en-US" sz="3400" b="1" dirty="0">
                <a:sym typeface="Inter"/>
              </a:rPr>
            </a:br>
            <a:endParaRPr lang="en-US" sz="3400" b="1" dirty="0">
              <a:sym typeface="Inter"/>
            </a:endParaRP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13D7C6B-4FAE-03D7-E310-36CFDBB9D2E2}"/>
              </a:ext>
            </a:extLst>
          </p:cNvPr>
          <p:cNvSpPr txBox="1"/>
          <p:nvPr/>
        </p:nvSpPr>
        <p:spPr>
          <a:xfrm>
            <a:off x="640080" y="2706624"/>
            <a:ext cx="5118463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2 formats de journée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 - Semaine et weekend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Pic le jeudi à 17h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30CC7FB-3695-5B44-F7D9-10355B22C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643" y="33527"/>
            <a:ext cx="4992981" cy="340770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A23098C-F2AC-8683-F62A-EB8B3D869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324" y="3770420"/>
            <a:ext cx="5527148" cy="2238494"/>
          </a:xfrm>
          <a:prstGeom prst="rect">
            <a:avLst/>
          </a:prstGeom>
        </p:spPr>
      </p:pic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4FCFFE99-E230-6EFE-DB8E-00499A16AF3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0199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A6766-3AB4-4249-DC07-58C6E80D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B78B84AF-9BC9-6A35-BF87-E1FD5A44385A}"/>
              </a:ext>
            </a:extLst>
          </p:cNvPr>
          <p:cNvSpPr txBox="1">
            <a:spLocks/>
          </p:cNvSpPr>
          <p:nvPr/>
        </p:nvSpPr>
        <p:spPr>
          <a:xfrm>
            <a:off x="846308" y="1361005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Méthode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31DD35B8-FFA0-5585-20B2-932FDBADF0C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27C43A8-E980-59D1-36F5-BF6B81A7DB76}"/>
              </a:ext>
            </a:extLst>
          </p:cNvPr>
          <p:cNvSpPr txBox="1"/>
          <p:nvPr/>
        </p:nvSpPr>
        <p:spPr>
          <a:xfrm>
            <a:off x="855407" y="2329543"/>
            <a:ext cx="106072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Nous allons utiliser 2 outils de clustering </a:t>
            </a:r>
            <a:r>
              <a:rPr lang="fr-FR" dirty="0" err="1"/>
              <a:t>Kmeans</a:t>
            </a:r>
            <a:r>
              <a:rPr lang="fr-FR" dirty="0"/>
              <a:t> et DB Scan</a:t>
            </a:r>
          </a:p>
          <a:p>
            <a:endParaRPr lang="fr-FR" dirty="0"/>
          </a:p>
          <a:p>
            <a:r>
              <a:rPr lang="fr-FR" dirty="0"/>
              <a:t>Nous allons commencer par la période de </a:t>
            </a:r>
            <a:r>
              <a:rPr lang="fr-FR"/>
              <a:t>pic </a:t>
            </a:r>
            <a:r>
              <a:rPr lang="fr-FR" dirty="0"/>
              <a:t>j</a:t>
            </a:r>
            <a:r>
              <a:rPr lang="fr-FR"/>
              <a:t>eudi </a:t>
            </a:r>
            <a:r>
              <a:rPr lang="fr-FR" dirty="0"/>
              <a:t>17h pour tester les outils</a:t>
            </a:r>
          </a:p>
          <a:p>
            <a:endParaRPr lang="fr-FR" dirty="0"/>
          </a:p>
          <a:p>
            <a:r>
              <a:rPr lang="fr-FR" dirty="0"/>
              <a:t>Nous ciblons le lundi et dimanche matin ainsi que le jeudi après-midi pour voir ce qui sera le plus adapté</a:t>
            </a:r>
          </a:p>
          <a:p>
            <a:endParaRPr lang="fr-FR" dirty="0"/>
          </a:p>
          <a:p>
            <a:r>
              <a:rPr lang="fr-FR" dirty="0"/>
              <a:t>Nous générons pour l’ensemble de la semaine et des heures en fonction de l’outil le plus adapté</a:t>
            </a:r>
          </a:p>
        </p:txBody>
      </p:sp>
    </p:spTree>
    <p:extLst>
      <p:ext uri="{BB962C8B-B14F-4D97-AF65-F5344CB8AC3E}">
        <p14:creationId xmlns:p14="http://schemas.microsoft.com/office/powerpoint/2010/main" val="239872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D501A-F1D9-3220-7F27-1C8EBE13F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E826B439-BFFA-D0AD-4D23-F1B8CFB21A8C}"/>
              </a:ext>
            </a:extLst>
          </p:cNvPr>
          <p:cNvSpPr txBox="1">
            <a:spLocks/>
          </p:cNvSpPr>
          <p:nvPr/>
        </p:nvSpPr>
        <p:spPr>
          <a:xfrm>
            <a:off x="1040275" y="15084"/>
            <a:ext cx="10490285" cy="68938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Jeudi 17h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6E75EBCC-AAE0-2C88-58FA-EBBDABC312C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E20ECC3-D7EA-CE54-EC25-26FA763A2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886" y="1361610"/>
            <a:ext cx="2972983" cy="198430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FCE8FF0-C102-A18A-376E-07598EDFF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65" y="1620420"/>
            <a:ext cx="2063165" cy="127518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71FF634F-0834-C672-9424-60B86920D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28" y="3397675"/>
            <a:ext cx="5425835" cy="2098715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84EDF76-D981-08EA-3291-33BF7324FBB4}"/>
              </a:ext>
            </a:extLst>
          </p:cNvPr>
          <p:cNvSpPr txBox="1"/>
          <p:nvPr/>
        </p:nvSpPr>
        <p:spPr>
          <a:xfrm>
            <a:off x="458621" y="1251088"/>
            <a:ext cx="996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Kmeans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962C28F-197A-9228-460C-0BE51393F311}"/>
              </a:ext>
            </a:extLst>
          </p:cNvPr>
          <p:cNvSpPr txBox="1"/>
          <p:nvPr/>
        </p:nvSpPr>
        <p:spPr>
          <a:xfrm>
            <a:off x="8164286" y="579407"/>
            <a:ext cx="983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DBScan</a:t>
            </a:r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969859D-751A-506F-53A1-5113F8E431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1205" y="898028"/>
            <a:ext cx="1149214" cy="230609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DF02544-A0AC-E6A0-A25E-8AB4422A78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5417" y="3397675"/>
            <a:ext cx="5530802" cy="3309257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11E8513F-D05A-B0A8-60A3-DB0F8CBFE451}"/>
              </a:ext>
            </a:extLst>
          </p:cNvPr>
          <p:cNvSpPr txBox="1"/>
          <p:nvPr/>
        </p:nvSpPr>
        <p:spPr>
          <a:xfrm>
            <a:off x="375782" y="5548154"/>
            <a:ext cx="4631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Regrouper les données en </a:t>
            </a:r>
            <a:r>
              <a:rPr lang="fr-FR" b="1" dirty="0"/>
              <a:t>k</a:t>
            </a:r>
            <a:r>
              <a:rPr lang="fr-FR" dirty="0"/>
              <a:t> clusters, où chaque point appartient au cluster dont le centre est le plus proche.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5395F48C-230F-DD6E-2D00-817E9077CD41}"/>
              </a:ext>
            </a:extLst>
          </p:cNvPr>
          <p:cNvSpPr txBox="1"/>
          <p:nvPr/>
        </p:nvSpPr>
        <p:spPr>
          <a:xfrm>
            <a:off x="8066314" y="1312409"/>
            <a:ext cx="3097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Regrouper les points en fonction de leur </a:t>
            </a:r>
            <a:r>
              <a:rPr lang="fr-FR" b="1" dirty="0"/>
              <a:t>densité</a:t>
            </a:r>
            <a:r>
              <a:rPr lang="fr-FR" dirty="0"/>
              <a:t>.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9F4F36D-71D5-C52B-F55D-5D4BEF85E061}"/>
              </a:ext>
            </a:extLst>
          </p:cNvPr>
          <p:cNvSpPr txBox="1"/>
          <p:nvPr/>
        </p:nvSpPr>
        <p:spPr>
          <a:xfrm>
            <a:off x="8066314" y="2353760"/>
            <a:ext cx="3163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Exclusion de nombreux points</a:t>
            </a:r>
          </a:p>
        </p:txBody>
      </p:sp>
    </p:spTree>
    <p:extLst>
      <p:ext uri="{BB962C8B-B14F-4D97-AF65-F5344CB8AC3E}">
        <p14:creationId xmlns:p14="http://schemas.microsoft.com/office/powerpoint/2010/main" val="391978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B2D66-29ED-7C09-3473-DDBD285E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FD70372D-A329-9F94-B07D-4738B7BF7636}"/>
              </a:ext>
            </a:extLst>
          </p:cNvPr>
          <p:cNvSpPr txBox="1">
            <a:spLocks/>
          </p:cNvSpPr>
          <p:nvPr/>
        </p:nvSpPr>
        <p:spPr>
          <a:xfrm>
            <a:off x="1093696" y="903433"/>
            <a:ext cx="1646520" cy="64196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Lundi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1C919C04-5D3B-FBF8-3668-15A65BF906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066FF62A-0121-0F41-7C9C-77D751CD5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4" y="1545399"/>
            <a:ext cx="3467844" cy="188360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EAF51B7-2730-004C-691F-5FA54A819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996" y="1443548"/>
            <a:ext cx="3744007" cy="208730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635E623-1B25-2A1F-451C-BAA7B1DE7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233" y="3609336"/>
            <a:ext cx="3908045" cy="217239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6E74D35-386D-4EAA-2A4E-B9F385D75D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5279" y="3609336"/>
            <a:ext cx="3942350" cy="217239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31986D3-D334-CF47-037D-1CB5351377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5452" y="1443548"/>
            <a:ext cx="3873514" cy="2135446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F2EB3BBD-C489-9E24-2B7D-B9BBD805B2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5452" y="3654229"/>
            <a:ext cx="3873514" cy="2127498"/>
          </a:xfrm>
          <a:prstGeom prst="rect">
            <a:avLst/>
          </a:prstGeom>
        </p:spPr>
      </p:pic>
      <p:sp>
        <p:nvSpPr>
          <p:cNvPr id="17" name="Google Shape;62;p14">
            <a:extLst>
              <a:ext uri="{FF2B5EF4-FFF2-40B4-BE49-F238E27FC236}">
                <a16:creationId xmlns:a16="http://schemas.microsoft.com/office/drawing/2014/main" id="{838CECEE-CAE4-4D2D-DE82-8749F2D5BC1C}"/>
              </a:ext>
            </a:extLst>
          </p:cNvPr>
          <p:cNvSpPr txBox="1">
            <a:spLocks/>
          </p:cNvSpPr>
          <p:nvPr/>
        </p:nvSpPr>
        <p:spPr>
          <a:xfrm>
            <a:off x="4789584" y="801582"/>
            <a:ext cx="2962259" cy="64196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Dimanche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Google Shape;62;p14">
            <a:extLst>
              <a:ext uri="{FF2B5EF4-FFF2-40B4-BE49-F238E27FC236}">
                <a16:creationId xmlns:a16="http://schemas.microsoft.com/office/drawing/2014/main" id="{24A76AB0-7832-3DB2-A1B2-E4B0BD9854C1}"/>
              </a:ext>
            </a:extLst>
          </p:cNvPr>
          <p:cNvSpPr txBox="1">
            <a:spLocks/>
          </p:cNvSpPr>
          <p:nvPr/>
        </p:nvSpPr>
        <p:spPr>
          <a:xfrm>
            <a:off x="9451784" y="675804"/>
            <a:ext cx="1646520" cy="64196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Jeudi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147392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56E19-8EBB-EABA-1E71-05F579982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6CB577BC-70BE-3973-3B5B-EFDE2C4EF78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3A1628C-D1C0-0042-56F8-640AF1B6E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441" y="1012370"/>
            <a:ext cx="9449117" cy="546462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7EF2B6F-257F-825B-38AA-6BC00461D2B9}"/>
              </a:ext>
            </a:extLst>
          </p:cNvPr>
          <p:cNvSpPr txBox="1"/>
          <p:nvPr/>
        </p:nvSpPr>
        <p:spPr>
          <a:xfrm>
            <a:off x="2416629" y="482852"/>
            <a:ext cx="1871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Pour chaque jour</a:t>
            </a:r>
          </a:p>
        </p:txBody>
      </p:sp>
    </p:spTree>
    <p:extLst>
      <p:ext uri="{BB962C8B-B14F-4D97-AF65-F5344CB8AC3E}">
        <p14:creationId xmlns:p14="http://schemas.microsoft.com/office/powerpoint/2010/main" val="3258490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B6607-01EC-FA88-A5AB-728B1C9B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231863AD-3E42-BC3A-2BC0-60050264C08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2794306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BA3146BD-9AE2-69EA-BD4E-317D0932B23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C552557-4D3F-FF01-A2FD-72174CD5B210}"/>
              </a:ext>
            </a:extLst>
          </p:cNvPr>
          <p:cNvSpPr txBox="1"/>
          <p:nvPr/>
        </p:nvSpPr>
        <p:spPr>
          <a:xfrm>
            <a:off x="3417901" y="1623662"/>
            <a:ext cx="829231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rgbClr val="0E3449"/>
                </a:solidFill>
                <a:latin typeface="Inter SemiBold"/>
                <a:ea typeface="Inter SemiBold"/>
              </a:rPr>
              <a:t>Kmeans</a:t>
            </a: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 a été sélectionné pour moins de volatilité dans les clusters 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Selon les heures et les jours, il faudra adapter le parc Uber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sz="1600" dirty="0">
              <a:solidFill>
                <a:srgbClr val="0E3449"/>
              </a:solidFill>
              <a:latin typeface="Inter SemiBold"/>
              <a:ea typeface="Inter SemiBold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Nos données étant en 2014, il faudrait actualiser et obtenir une année complète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Il faudrait effectuer une analyse plus précise pour les périodes </a:t>
            </a:r>
            <a:r>
              <a:rPr lang="fr-FR" sz="1600">
                <a:solidFill>
                  <a:srgbClr val="0E3449"/>
                </a:solidFill>
                <a:latin typeface="Inter SemiBold"/>
                <a:ea typeface="Inter SemiBold"/>
              </a:rPr>
              <a:t>de vacances</a:t>
            </a:r>
            <a:endParaRPr lang="fr-FR" sz="1600" dirty="0">
              <a:solidFill>
                <a:srgbClr val="0E3449"/>
              </a:solidFill>
              <a:latin typeface="Inter SemiBold"/>
              <a:ea typeface="Inter SemiBold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9861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681433" y="828208"/>
            <a:ext cx="7086800" cy="9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" sz="7466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de votre  attention ! </a:t>
            </a:r>
            <a:endParaRPr sz="7466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834" y="4008833"/>
            <a:ext cx="6132399" cy="2849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>
            <a:spLocks noGrp="1"/>
          </p:cNvSpPr>
          <p:nvPr>
            <p:ph type="ctrTitle" idx="4294967295"/>
          </p:nvPr>
        </p:nvSpPr>
        <p:spPr>
          <a:xfrm>
            <a:off x="1699685" y="3474724"/>
            <a:ext cx="7086800" cy="9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" sz="3200" dirty="0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Temps d’échange</a:t>
            </a:r>
            <a:endParaRPr sz="3200" dirty="0">
              <a:solidFill>
                <a:srgbClr val="0E344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833" y="643803"/>
            <a:ext cx="769200" cy="51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Words>280</Words>
  <Application>Microsoft Office PowerPoint</Application>
  <PresentationFormat>Grand écran</PresentationFormat>
  <Paragraphs>51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Georgia Pro</vt:lpstr>
      <vt:lpstr>Inter</vt:lpstr>
      <vt:lpstr>Inter Medium</vt:lpstr>
      <vt:lpstr>Inter SemiBold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  <vt:lpstr>Merci de votre  attention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MINARET</dc:creator>
  <cp:lastModifiedBy>François MINARET</cp:lastModifiedBy>
  <cp:revision>1</cp:revision>
  <dcterms:created xsi:type="dcterms:W3CDTF">2025-10-11T09:52:16Z</dcterms:created>
  <dcterms:modified xsi:type="dcterms:W3CDTF">2025-11-17T13:15:23Z</dcterms:modified>
</cp:coreProperties>
</file>