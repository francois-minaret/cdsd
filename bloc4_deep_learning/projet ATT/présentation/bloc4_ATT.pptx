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4" r:id="rId4"/>
    <p:sldId id="265" r:id="rId5"/>
    <p:sldId id="266" r:id="rId6"/>
    <p:sldId id="267" r:id="rId7"/>
    <p:sldId id="263" r:id="rId8"/>
    <p:sldId id="262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FDA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DA124B-0CEA-4627-A831-36B94DEC4A19}" v="9" dt="2025-11-16T14:46:29.0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çois MINARET" userId="adb28e3b60489278" providerId="LiveId" clId="{FD47C505-F23A-492F-98D9-621DCA942E01}"/>
    <pc:docChg chg="custSel addSld modSld sldOrd">
      <pc:chgData name="François MINARET" userId="adb28e3b60489278" providerId="LiveId" clId="{FD47C505-F23A-492F-98D9-621DCA942E01}" dt="2025-11-18T17:34:35.550" v="1041" actId="6549"/>
      <pc:docMkLst>
        <pc:docMk/>
      </pc:docMkLst>
      <pc:sldChg chg="addSp delSp modSp mod">
        <pc:chgData name="François MINARET" userId="adb28e3b60489278" providerId="LiveId" clId="{FD47C505-F23A-492F-98D9-621DCA942E01}" dt="2025-11-16T13:20:50.230" v="21" actId="1076"/>
        <pc:sldMkLst>
          <pc:docMk/>
          <pc:sldMk cId="2178862147" sldId="256"/>
        </pc:sldMkLst>
        <pc:spChg chg="mod">
          <ac:chgData name="François MINARET" userId="adb28e3b60489278" providerId="LiveId" clId="{FD47C505-F23A-492F-98D9-621DCA942E01}" dt="2025-11-16T13:18:58.531" v="6" actId="20577"/>
          <ac:spMkLst>
            <pc:docMk/>
            <pc:sldMk cId="2178862147" sldId="256"/>
            <ac:spMk id="9" creationId="{884A2DCC-0870-8B4D-3425-DCE826F43696}"/>
          </ac:spMkLst>
        </pc:spChg>
        <pc:spChg chg="mod">
          <ac:chgData name="François MINARET" userId="adb28e3b60489278" providerId="LiveId" clId="{FD47C505-F23A-492F-98D9-621DCA942E01}" dt="2025-11-16T13:19:06.746" v="19" actId="20577"/>
          <ac:spMkLst>
            <pc:docMk/>
            <pc:sldMk cId="2178862147" sldId="256"/>
            <ac:spMk id="12" creationId="{D1CF5CFC-29F7-1DEB-CF42-38E1B378DF70}"/>
          </ac:spMkLst>
        </pc:spChg>
        <pc:picChg chg="add mod">
          <ac:chgData name="François MINARET" userId="adb28e3b60489278" providerId="LiveId" clId="{FD47C505-F23A-492F-98D9-621DCA942E01}" dt="2025-11-16T13:20:50.230" v="21" actId="1076"/>
          <ac:picMkLst>
            <pc:docMk/>
            <pc:sldMk cId="2178862147" sldId="256"/>
            <ac:picMk id="2" creationId="{1ECE0A04-C4F0-853B-B5D4-EB4BE16EF7FE}"/>
          </ac:picMkLst>
        </pc:picChg>
      </pc:sldChg>
      <pc:sldChg chg="addSp modSp mod">
        <pc:chgData name="François MINARET" userId="adb28e3b60489278" providerId="LiveId" clId="{FD47C505-F23A-492F-98D9-621DCA942E01}" dt="2025-11-16T13:28:07.355" v="123" actId="20577"/>
        <pc:sldMkLst>
          <pc:docMk/>
          <pc:sldMk cId="646890803" sldId="257"/>
        </pc:sldMkLst>
        <pc:spChg chg="add mod">
          <ac:chgData name="François MINARET" userId="adb28e3b60489278" providerId="LiveId" clId="{FD47C505-F23A-492F-98D9-621DCA942E01}" dt="2025-11-16T13:28:07.355" v="123" actId="20577"/>
          <ac:spMkLst>
            <pc:docMk/>
            <pc:sldMk cId="646890803" sldId="257"/>
            <ac:spMk id="2" creationId="{57C3A53E-BEA8-F533-F5A9-65C779A6E49F}"/>
          </ac:spMkLst>
        </pc:spChg>
      </pc:sldChg>
      <pc:sldChg chg="modSp mod">
        <pc:chgData name="François MINARET" userId="adb28e3b60489278" providerId="LiveId" clId="{FD47C505-F23A-492F-98D9-621DCA942E01}" dt="2025-11-18T17:34:35.550" v="1041" actId="6549"/>
        <pc:sldMkLst>
          <pc:docMk/>
          <pc:sldMk cId="3339861034" sldId="263"/>
        </pc:sldMkLst>
        <pc:spChg chg="mod">
          <ac:chgData name="François MINARET" userId="adb28e3b60489278" providerId="LiveId" clId="{FD47C505-F23A-492F-98D9-621DCA942E01}" dt="2025-11-18T17:34:35.550" v="1041" actId="6549"/>
          <ac:spMkLst>
            <pc:docMk/>
            <pc:sldMk cId="3339861034" sldId="263"/>
            <ac:spMk id="2" creationId="{2C552557-4D3F-FF01-A2FD-72174CD5B210}"/>
          </ac:spMkLst>
        </pc:spChg>
      </pc:sldChg>
      <pc:sldChg chg="addSp modSp add mod">
        <pc:chgData name="François MINARET" userId="adb28e3b60489278" providerId="LiveId" clId="{FD47C505-F23A-492F-98D9-621DCA942E01}" dt="2025-11-16T13:44:00.435" v="163" actId="1076"/>
        <pc:sldMkLst>
          <pc:docMk/>
          <pc:sldMk cId="2882749257" sldId="264"/>
        </pc:sldMkLst>
        <pc:spChg chg="mod">
          <ac:chgData name="François MINARET" userId="adb28e3b60489278" providerId="LiveId" clId="{FD47C505-F23A-492F-98D9-621DCA942E01}" dt="2025-11-16T13:44:00.435" v="163" actId="1076"/>
          <ac:spMkLst>
            <pc:docMk/>
            <pc:sldMk cId="2882749257" sldId="264"/>
            <ac:spMk id="2" creationId="{46C9B490-2A4E-13B2-0081-04E88826AC34}"/>
          </ac:spMkLst>
        </pc:spChg>
        <pc:spChg chg="mod">
          <ac:chgData name="François MINARET" userId="adb28e3b60489278" providerId="LiveId" clId="{FD47C505-F23A-492F-98D9-621DCA942E01}" dt="2025-11-16T13:42:51.531" v="156" actId="1076"/>
          <ac:spMkLst>
            <pc:docMk/>
            <pc:sldMk cId="2882749257" sldId="264"/>
            <ac:spMk id="6" creationId="{B63620BF-98F1-14AB-7D25-62C0D5DF181D}"/>
          </ac:spMkLst>
        </pc:spChg>
        <pc:picChg chg="add mod">
          <ac:chgData name="François MINARET" userId="adb28e3b60489278" providerId="LiveId" clId="{FD47C505-F23A-492F-98D9-621DCA942E01}" dt="2025-11-16T13:43:52.407" v="162" actId="14100"/>
          <ac:picMkLst>
            <pc:docMk/>
            <pc:sldMk cId="2882749257" sldId="264"/>
            <ac:picMk id="4" creationId="{77209839-AF3C-8D89-172C-DEDC381158AB}"/>
          </ac:picMkLst>
        </pc:picChg>
        <pc:picChg chg="add mod">
          <ac:chgData name="François MINARET" userId="adb28e3b60489278" providerId="LiveId" clId="{FD47C505-F23A-492F-98D9-621DCA942E01}" dt="2025-11-16T13:43:16.006" v="160" actId="1076"/>
          <ac:picMkLst>
            <pc:docMk/>
            <pc:sldMk cId="2882749257" sldId="264"/>
            <ac:picMk id="8" creationId="{06156F12-A922-4076-C3E6-0695EE1BC077}"/>
          </ac:picMkLst>
        </pc:picChg>
      </pc:sldChg>
      <pc:sldChg chg="addSp delSp modSp add mod">
        <pc:chgData name="François MINARET" userId="adb28e3b60489278" providerId="LiveId" clId="{FD47C505-F23A-492F-98D9-621DCA942E01}" dt="2025-11-18T17:31:16.666" v="1007" actId="20577"/>
        <pc:sldMkLst>
          <pc:docMk/>
          <pc:sldMk cId="1126342592" sldId="265"/>
        </pc:sldMkLst>
        <pc:spChg chg="mod">
          <ac:chgData name="François MINARET" userId="adb28e3b60489278" providerId="LiveId" clId="{FD47C505-F23A-492F-98D9-621DCA942E01}" dt="2025-11-18T17:31:16.666" v="1007" actId="20577"/>
          <ac:spMkLst>
            <pc:docMk/>
            <pc:sldMk cId="1126342592" sldId="265"/>
            <ac:spMk id="2" creationId="{343D2C27-5574-F597-8843-E143BD1DD217}"/>
          </ac:spMkLst>
        </pc:spChg>
        <pc:spChg chg="mod">
          <ac:chgData name="François MINARET" userId="adb28e3b60489278" providerId="LiveId" clId="{FD47C505-F23A-492F-98D9-621DCA942E01}" dt="2025-11-16T13:47:46.458" v="175" actId="20577"/>
          <ac:spMkLst>
            <pc:docMk/>
            <pc:sldMk cId="1126342592" sldId="265"/>
            <ac:spMk id="6" creationId="{B1218E06-36A1-5300-2FF0-652CBDBBE93E}"/>
          </ac:spMkLst>
        </pc:spChg>
        <pc:picChg chg="add mod">
          <ac:chgData name="François MINARET" userId="adb28e3b60489278" providerId="LiveId" clId="{FD47C505-F23A-492F-98D9-621DCA942E01}" dt="2025-11-16T14:30:37.809" v="331" actId="1076"/>
          <ac:picMkLst>
            <pc:docMk/>
            <pc:sldMk cId="1126342592" sldId="265"/>
            <ac:picMk id="5" creationId="{F66B0D97-3B22-7677-CCAB-9E317968E490}"/>
          </ac:picMkLst>
        </pc:picChg>
        <pc:picChg chg="add mod">
          <ac:chgData name="François MINARET" userId="adb28e3b60489278" providerId="LiveId" clId="{FD47C505-F23A-492F-98D9-621DCA942E01}" dt="2025-11-16T14:30:31.077" v="329" actId="14100"/>
          <ac:picMkLst>
            <pc:docMk/>
            <pc:sldMk cId="1126342592" sldId="265"/>
            <ac:picMk id="10" creationId="{A1948D2E-E523-780E-96D7-208E157D3E4F}"/>
          </ac:picMkLst>
        </pc:picChg>
      </pc:sldChg>
      <pc:sldChg chg="addSp delSp modSp add mod">
        <pc:chgData name="François MINARET" userId="adb28e3b60489278" providerId="LiveId" clId="{FD47C505-F23A-492F-98D9-621DCA942E01}" dt="2025-11-16T14:43:33.719" v="482" actId="1076"/>
        <pc:sldMkLst>
          <pc:docMk/>
          <pc:sldMk cId="3546565738" sldId="266"/>
        </pc:sldMkLst>
        <pc:spChg chg="mod">
          <ac:chgData name="François MINARET" userId="adb28e3b60489278" providerId="LiveId" clId="{FD47C505-F23A-492F-98D9-621DCA942E01}" dt="2025-11-16T14:33:42.048" v="471" actId="20577"/>
          <ac:spMkLst>
            <pc:docMk/>
            <pc:sldMk cId="3546565738" sldId="266"/>
            <ac:spMk id="2" creationId="{0ECADA95-1AB0-2906-13FF-DBD17B35EFB8}"/>
          </ac:spMkLst>
        </pc:spChg>
        <pc:spChg chg="mod">
          <ac:chgData name="François MINARET" userId="adb28e3b60489278" providerId="LiveId" clId="{FD47C505-F23A-492F-98D9-621DCA942E01}" dt="2025-11-16T14:43:33.719" v="482" actId="1076"/>
          <ac:spMkLst>
            <pc:docMk/>
            <pc:sldMk cId="3546565738" sldId="266"/>
            <ac:spMk id="6" creationId="{A4676DAB-9874-2EE7-F1DA-E09698F03506}"/>
          </ac:spMkLst>
        </pc:spChg>
        <pc:picChg chg="add mod">
          <ac:chgData name="François MINARET" userId="adb28e3b60489278" providerId="LiveId" clId="{FD47C505-F23A-492F-98D9-621DCA942E01}" dt="2025-11-16T14:43:32.637" v="481" actId="1076"/>
          <ac:picMkLst>
            <pc:docMk/>
            <pc:sldMk cId="3546565738" sldId="266"/>
            <ac:picMk id="4" creationId="{1959AEB5-0474-D7ED-4765-896DB7AFFA3D}"/>
          </ac:picMkLst>
        </pc:picChg>
        <pc:picChg chg="add mod">
          <ac:chgData name="François MINARET" userId="adb28e3b60489278" providerId="LiveId" clId="{FD47C505-F23A-492F-98D9-621DCA942E01}" dt="2025-11-16T14:43:29.986" v="480" actId="14100"/>
          <ac:picMkLst>
            <pc:docMk/>
            <pc:sldMk cId="3546565738" sldId="266"/>
            <ac:picMk id="9" creationId="{A9ECACD4-13AF-47E1-E723-589361CB6DAB}"/>
          </ac:picMkLst>
        </pc:picChg>
      </pc:sldChg>
      <pc:sldChg chg="addSp delSp modSp add mod ord">
        <pc:chgData name="François MINARET" userId="adb28e3b60489278" providerId="LiveId" clId="{FD47C505-F23A-492F-98D9-621DCA942E01}" dt="2025-11-16T15:01:39.525" v="661" actId="1076"/>
        <pc:sldMkLst>
          <pc:docMk/>
          <pc:sldMk cId="1712747264" sldId="267"/>
        </pc:sldMkLst>
        <pc:spChg chg="mod">
          <ac:chgData name="François MINARET" userId="adb28e3b60489278" providerId="LiveId" clId="{FD47C505-F23A-492F-98D9-621DCA942E01}" dt="2025-11-16T14:53:57.821" v="649" actId="20577"/>
          <ac:spMkLst>
            <pc:docMk/>
            <pc:sldMk cId="1712747264" sldId="267"/>
            <ac:spMk id="2" creationId="{500D32E6-D0D4-4958-A594-2D9C1CE29939}"/>
          </ac:spMkLst>
        </pc:spChg>
        <pc:spChg chg="mod">
          <ac:chgData name="François MINARET" userId="adb28e3b60489278" providerId="LiveId" clId="{FD47C505-F23A-492F-98D9-621DCA942E01}" dt="2025-11-16T14:43:47.235" v="491" actId="6549"/>
          <ac:spMkLst>
            <pc:docMk/>
            <pc:sldMk cId="1712747264" sldId="267"/>
            <ac:spMk id="6" creationId="{EA5A9AE3-7FBC-BD09-D891-2CE3A7A84177}"/>
          </ac:spMkLst>
        </pc:spChg>
        <pc:picChg chg="add mod">
          <ac:chgData name="François MINARET" userId="adb28e3b60489278" providerId="LiveId" clId="{FD47C505-F23A-492F-98D9-621DCA942E01}" dt="2025-11-16T15:01:39.525" v="661" actId="1076"/>
          <ac:picMkLst>
            <pc:docMk/>
            <pc:sldMk cId="1712747264" sldId="267"/>
            <ac:picMk id="9" creationId="{409E4266-29F4-24EB-8E47-2F8B1349F0B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8C2F27-982B-42A8-94AF-0D45A63E0230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F7E623-16E1-4307-A9A2-8188CE43D1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2004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77ed9f117a_2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77ed9f117a_2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15DA6D-E56C-2E44-AF3D-6D645C5AB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8E148CC-BB62-DC81-BF11-855A68F56C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2B70BDE-2C00-4B13-811B-E50A9CF29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2001-887D-4F90-93FD-A261D78EF541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13D3475-AF7A-9850-9B87-B07E48B57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2DD8593-6E53-DB49-34CC-4ADF9CFA2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4132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EABFE7-D3AC-9C5D-41E7-772E8BAEC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1998229-3273-F95A-5E6D-B475AE6DA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CB82F61-90DA-3A88-98CF-22622AC9A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2001-887D-4F90-93FD-A261D78EF541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DF595BC-64B1-462E-6EAD-CE79F9F06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653CE0C-BF51-5C3B-8A0C-332A0B438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5876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2A6C44-4094-4524-4C1A-069FCEA97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BB9E72D-5847-0C39-14D4-D791A1816D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2F80597-FB82-1DF6-AEC8-AC528C28D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2001-887D-4F90-93FD-A261D78EF541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9E3EC15-0190-22F6-D613-14A8462B0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478D53B-9684-41EE-7DF5-B779A1484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2403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0D0DD0-1D15-B451-4F97-4C40B5247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3C6C98A-CF5D-4CDC-32FA-A319307A8E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2484433-131D-F9BD-3FB5-F5572EA88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1FFF403-2189-B933-2F0C-B04D7F578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2001-887D-4F90-93FD-A261D78EF541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A89B1D7-E734-D892-95B2-E3A833849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4344D2D-A032-3907-A397-1B6E896F2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0647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DC039D-D255-1FF2-C422-2F3F41699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01B111F-2990-045D-341E-34BDF23AF2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891727C-F789-AE4E-BCE4-3EB23A32EF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18E4E0A-6272-0DF7-DA30-F7A33B2C38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B06C329-DCD5-3E5D-1236-91D4171FE4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32AC19A-E7FD-E223-27D0-3E0567415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2001-887D-4F90-93FD-A261D78EF541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181647F-9434-1D7B-B5A9-9D3B8ED87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B744FD2-B37B-A487-D0F2-635E80A1D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8402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6A075E-5356-5062-9326-990C3C183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D5C7861-336E-D108-F7C7-B629D241C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2001-887D-4F90-93FD-A261D78EF541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1FD0D80-175E-FD6F-C519-4959F9043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28F751E-BA53-9BE1-30B9-68A5410B5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334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64D89B9-05FA-0B2F-0BA5-C16C6F794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2001-887D-4F90-93FD-A261D78EF541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ABA1CBB-526E-648D-3E3B-377DD64D1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2C7DC55-2AF9-624F-2BFF-4A5CB4517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9346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945F72-332C-27C8-B442-7F8D044DC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5E153C5-15CD-0476-E946-8568368C6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E27AF03-6E94-6FFC-3D5D-E056AD2B96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8E503C4-B844-1130-BA18-540062C1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2001-887D-4F90-93FD-A261D78EF541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3BD46CD-8371-DF44-2906-531FE7A71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F25E729-8F44-E959-9906-2F45628A4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3103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2C0FDB-32C5-2305-D8F2-265460C64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F313006-F61A-C1D9-FEC1-24BADCF443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2294C3B-98E8-EA5C-21FE-241F56A269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A38D992-F579-13A6-FEB6-DC3808FC3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2001-887D-4F90-93FD-A261D78EF541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A5A3BB4-37F1-0BFF-1175-1BCAFEED1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83EFD3B-750B-9EBD-B01C-5809BB07C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210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EE1073-7948-359E-F22D-54C036F84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75401AC-54FD-C010-976A-7B3A35B3A3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BA9D02C-9006-091D-EE28-1105EEF88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2001-887D-4F90-93FD-A261D78EF541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7DC9936-FAAD-A3AC-69B2-212B6996B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903F0A2-E86E-92A1-D47B-803D9DA55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7998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6968D63-ED2E-1EA8-05D9-88DE046535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BE67DC7-09B0-0FAD-C864-AB0ADFB07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1A6AAAE-9252-A8AE-A74E-87E45AAF8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2001-887D-4F90-93FD-A261D78EF541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D8D99D1-4959-D50E-7B06-2204FB076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EA9EA49-6BEC-5F87-EBD3-BECAEF693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85840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9757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44E9189-C610-CEDC-0A19-B73F68029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71E859C-826D-5D09-4D62-3ACAB2902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915E5F7-B3F5-1EBF-6635-E5C807A816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522001-887D-4F90-93FD-A261D78EF541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AF4CCFA-2BA7-7567-22AB-AB9AAEA4FE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5BDE700-A660-CB72-EDFA-18283D6965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8687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DA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54;p13">
            <a:extLst>
              <a:ext uri="{FF2B5EF4-FFF2-40B4-BE49-F238E27FC236}">
                <a16:creationId xmlns:a16="http://schemas.microsoft.com/office/drawing/2014/main" id="{884A2DCC-0870-8B4D-3425-DCE826F4369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35475" y="1710025"/>
            <a:ext cx="1726016" cy="61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AT&amp;T</a:t>
            </a:r>
            <a:endParaRPr sz="40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0" name="Google Shape;55;p13">
            <a:extLst>
              <a:ext uri="{FF2B5EF4-FFF2-40B4-BE49-F238E27FC236}">
                <a16:creationId xmlns:a16="http://schemas.microsoft.com/office/drawing/2014/main" id="{DB28ABAE-4F4A-9243-202B-AF80312CFB1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5550" y="2595750"/>
            <a:ext cx="3818450" cy="2547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56;p13">
            <a:extLst>
              <a:ext uri="{FF2B5EF4-FFF2-40B4-BE49-F238E27FC236}">
                <a16:creationId xmlns:a16="http://schemas.microsoft.com/office/drawing/2014/main" id="{5BAED8EC-0DF3-76E2-3749-BADEF061E27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0550" y="787375"/>
            <a:ext cx="973275" cy="6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57;p13">
            <a:extLst>
              <a:ext uri="{FF2B5EF4-FFF2-40B4-BE49-F238E27FC236}">
                <a16:creationId xmlns:a16="http://schemas.microsoft.com/office/drawing/2014/main" id="{D1CF5CFC-29F7-1DEB-CF42-38E1B378DF70}"/>
              </a:ext>
            </a:extLst>
          </p:cNvPr>
          <p:cNvSpPr txBox="1">
            <a:spLocks/>
          </p:cNvSpPr>
          <p:nvPr/>
        </p:nvSpPr>
        <p:spPr>
          <a:xfrm>
            <a:off x="735464" y="2457591"/>
            <a:ext cx="5315100" cy="5331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</a:pPr>
            <a:r>
              <a:rPr lang="fr-FR" sz="2500" dirty="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Deep Learning</a:t>
            </a:r>
          </a:p>
        </p:txBody>
      </p:sp>
      <p:pic>
        <p:nvPicPr>
          <p:cNvPr id="2" name="Graphique 1">
            <a:extLst>
              <a:ext uri="{FF2B5EF4-FFF2-40B4-BE49-F238E27FC236}">
                <a16:creationId xmlns:a16="http://schemas.microsoft.com/office/drawing/2014/main" id="{1ECE0A04-C4F0-853B-B5D4-EB4BE16EF7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12219" y="819741"/>
            <a:ext cx="2564746" cy="1054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8621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313F31CC-366F-38B2-EE15-BDC8DDE75B4D}"/>
              </a:ext>
            </a:extLst>
          </p:cNvPr>
          <p:cNvSpPr txBox="1">
            <a:spLocks/>
          </p:cNvSpPr>
          <p:nvPr/>
        </p:nvSpPr>
        <p:spPr>
          <a:xfrm>
            <a:off x="846308" y="1361005"/>
            <a:ext cx="10490285" cy="4636672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fr-FR" sz="36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Contexte :</a:t>
            </a:r>
          </a:p>
          <a:p>
            <a:pPr>
              <a:spcBef>
                <a:spcPts val="0"/>
              </a:spcBef>
            </a:pPr>
            <a:br>
              <a:rPr lang="fr-FR" sz="45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</a:br>
            <a:endParaRPr lang="fr-FR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" name="Google Shape;63;p14">
            <a:extLst>
              <a:ext uri="{FF2B5EF4-FFF2-40B4-BE49-F238E27FC236}">
                <a16:creationId xmlns:a16="http://schemas.microsoft.com/office/drawing/2014/main" id="{E2C43E41-2636-DB42-74C3-1C63BCDF211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57C3A53E-BEA8-F533-F5A9-65C779A6E49F}"/>
              </a:ext>
            </a:extLst>
          </p:cNvPr>
          <p:cNvSpPr txBox="1"/>
          <p:nvPr/>
        </p:nvSpPr>
        <p:spPr>
          <a:xfrm>
            <a:off x="1262743" y="2536371"/>
            <a:ext cx="93014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/>
              <a:t>AT&amp;T souhaite passer de la détection manuelle de SPAM à la détection automatique</a:t>
            </a:r>
          </a:p>
        </p:txBody>
      </p:sp>
    </p:spTree>
    <p:extLst>
      <p:ext uri="{BB962C8B-B14F-4D97-AF65-F5344CB8AC3E}">
        <p14:creationId xmlns:p14="http://schemas.microsoft.com/office/powerpoint/2010/main" val="646890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8DE65-3F39-2CB8-A53F-46A015550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B63620BF-98F1-14AB-7D25-62C0D5DF181D}"/>
              </a:ext>
            </a:extLst>
          </p:cNvPr>
          <p:cNvSpPr txBox="1">
            <a:spLocks/>
          </p:cNvSpPr>
          <p:nvPr/>
        </p:nvSpPr>
        <p:spPr>
          <a:xfrm>
            <a:off x="850857" y="1002188"/>
            <a:ext cx="10490285" cy="4636672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fr-FR" sz="36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Data :</a:t>
            </a:r>
          </a:p>
          <a:p>
            <a:pPr>
              <a:spcBef>
                <a:spcPts val="0"/>
              </a:spcBef>
            </a:pPr>
            <a:br>
              <a:rPr lang="fr-FR" sz="45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</a:br>
            <a:endParaRPr lang="fr-FR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" name="Google Shape;63;p14">
            <a:extLst>
              <a:ext uri="{FF2B5EF4-FFF2-40B4-BE49-F238E27FC236}">
                <a16:creationId xmlns:a16="http://schemas.microsoft.com/office/drawing/2014/main" id="{445F39E0-3159-9FCB-74AB-A04E00EE4F0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46C9B490-2A4E-13B2-0081-04E88826AC34}"/>
              </a:ext>
            </a:extLst>
          </p:cNvPr>
          <p:cNvSpPr txBox="1"/>
          <p:nvPr/>
        </p:nvSpPr>
        <p:spPr>
          <a:xfrm>
            <a:off x="463375" y="1671781"/>
            <a:ext cx="93014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/>
              <a:t>Un fichier avec 5565 lignes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7209839-AF3C-8D89-172C-DEDC381158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8696" y="2737511"/>
            <a:ext cx="3429928" cy="367219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06156F12-A922-4076-C3E6-0695EE1BC0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148" y="2384828"/>
            <a:ext cx="7447839" cy="4386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749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D4A69-9529-3E12-427B-60D44B375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B1218E06-36A1-5300-2FF0-652CBDBBE93E}"/>
              </a:ext>
            </a:extLst>
          </p:cNvPr>
          <p:cNvSpPr txBox="1">
            <a:spLocks/>
          </p:cNvSpPr>
          <p:nvPr/>
        </p:nvSpPr>
        <p:spPr>
          <a:xfrm>
            <a:off x="850857" y="1002188"/>
            <a:ext cx="10490285" cy="4636672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fr-FR" sz="36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r>
              <a:rPr lang="fr-FR" sz="3600" b="1" baseline="30000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er</a:t>
            </a:r>
            <a:r>
              <a:rPr lang="fr-FR" sz="36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 modèle :</a:t>
            </a:r>
          </a:p>
          <a:p>
            <a:pPr>
              <a:spcBef>
                <a:spcPts val="0"/>
              </a:spcBef>
            </a:pPr>
            <a:br>
              <a:rPr lang="fr-FR" sz="45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</a:br>
            <a:endParaRPr lang="fr-FR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" name="Google Shape;63;p14">
            <a:extLst>
              <a:ext uri="{FF2B5EF4-FFF2-40B4-BE49-F238E27FC236}">
                <a16:creationId xmlns:a16="http://schemas.microsoft.com/office/drawing/2014/main" id="{E4964D59-4F52-0367-E671-912AAF3A852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343D2C27-5574-F597-8843-E143BD1DD217}"/>
              </a:ext>
            </a:extLst>
          </p:cNvPr>
          <p:cNvSpPr txBox="1"/>
          <p:nvPr/>
        </p:nvSpPr>
        <p:spPr>
          <a:xfrm>
            <a:off x="3886910" y="217358"/>
            <a:ext cx="930149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fr-FR" sz="2400" dirty="0"/>
              <a:t>O200k_base : un peu plus de 200k de </a:t>
            </a:r>
            <a:r>
              <a:rPr lang="fr-FR" sz="2400" dirty="0" err="1"/>
              <a:t>tokens</a:t>
            </a:r>
            <a:endParaRPr lang="fr-FR" sz="2400" dirty="0"/>
          </a:p>
          <a:p>
            <a:pPr marL="342900" indent="-342900">
              <a:buFontTx/>
              <a:buChar char="-"/>
            </a:pPr>
            <a:r>
              <a:rPr lang="fr-FR" sz="2400" dirty="0"/>
              <a:t>Une longueur de 35 </a:t>
            </a:r>
            <a:r>
              <a:rPr lang="fr-FR" sz="2400" dirty="0" err="1"/>
              <a:t>tokens</a:t>
            </a:r>
            <a:r>
              <a:rPr lang="fr-FR" sz="2400" dirty="0"/>
              <a:t> pris en compte</a:t>
            </a:r>
          </a:p>
          <a:p>
            <a:pPr marL="342900" indent="-342900">
              <a:buFontTx/>
              <a:buChar char="-"/>
            </a:pPr>
            <a:r>
              <a:rPr lang="fr-FR" sz="2400" dirty="0"/>
              <a:t>6 400 608 paramètres</a:t>
            </a:r>
          </a:p>
          <a:p>
            <a:pPr marL="342900" indent="-342900">
              <a:buFontTx/>
              <a:buChar char="-"/>
            </a:pPr>
            <a:r>
              <a:rPr lang="fr-FR" sz="2400" dirty="0"/>
              <a:t>4 </a:t>
            </a:r>
            <a:r>
              <a:rPr lang="fr-FR" sz="2400" dirty="0" err="1"/>
              <a:t>epochs</a:t>
            </a:r>
            <a:endParaRPr lang="fr-FR" sz="24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66B0D97-3B22-7677-CCAB-9E317968E4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459" y="2660679"/>
            <a:ext cx="6730125" cy="2564464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A1948D2E-E523-780E-96D7-208E157D3E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9870" y="2256163"/>
            <a:ext cx="4561271" cy="3647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342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9DBFB-5B32-7134-EB1E-F52484510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A4676DAB-9874-2EE7-F1DA-E09698F03506}"/>
              </a:ext>
            </a:extLst>
          </p:cNvPr>
          <p:cNvSpPr txBox="1">
            <a:spLocks/>
          </p:cNvSpPr>
          <p:nvPr/>
        </p:nvSpPr>
        <p:spPr>
          <a:xfrm>
            <a:off x="850857" y="967898"/>
            <a:ext cx="10490285" cy="4636672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fr-FR" sz="36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r>
              <a:rPr lang="fr-FR" sz="3600" b="1" baseline="30000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er</a:t>
            </a:r>
            <a:r>
              <a:rPr lang="fr-FR" sz="36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 modèle bis :</a:t>
            </a:r>
          </a:p>
          <a:p>
            <a:pPr>
              <a:spcBef>
                <a:spcPts val="0"/>
              </a:spcBef>
            </a:pPr>
            <a:br>
              <a:rPr lang="fr-FR" sz="45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</a:br>
            <a:endParaRPr lang="fr-FR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" name="Google Shape;63;p14">
            <a:extLst>
              <a:ext uri="{FF2B5EF4-FFF2-40B4-BE49-F238E27FC236}">
                <a16:creationId xmlns:a16="http://schemas.microsoft.com/office/drawing/2014/main" id="{10C8C89E-7BFD-9E1F-14B8-15CB0D1BFBC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0ECADA95-1AB0-2906-13FF-DBD17B35EFB8}"/>
              </a:ext>
            </a:extLst>
          </p:cNvPr>
          <p:cNvSpPr txBox="1"/>
          <p:nvPr/>
        </p:nvSpPr>
        <p:spPr>
          <a:xfrm>
            <a:off x="4409760" y="217358"/>
            <a:ext cx="74088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On garde le modèle mais on regarde si en changeant la valeur du </a:t>
            </a:r>
            <a:r>
              <a:rPr lang="fr-FR" sz="2400" dirty="0" err="1"/>
              <a:t>sigmoïd</a:t>
            </a:r>
            <a:r>
              <a:rPr lang="fr-FR" sz="2400" dirty="0"/>
              <a:t>, on améliore le modèle.</a:t>
            </a:r>
            <a:br>
              <a:rPr lang="fr-FR" sz="2400" dirty="0"/>
            </a:br>
            <a:r>
              <a:rPr lang="fr-FR" sz="2400" dirty="0" err="1"/>
              <a:t>Sigmoid</a:t>
            </a:r>
            <a:r>
              <a:rPr lang="fr-FR" sz="2400" dirty="0"/>
              <a:t> passe de 0,5 à 0,7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959AEB5-0474-D7ED-4765-896DB7AFFA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0906" y="2015220"/>
            <a:ext cx="3938975" cy="316199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A9ECACD4-13AF-47E1-E723-589361CB6D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795" y="2182436"/>
            <a:ext cx="7304528" cy="2827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565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0E47B-9CB9-1156-DB21-B839781AE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EA5A9AE3-7FBC-BD09-D891-2CE3A7A84177}"/>
              </a:ext>
            </a:extLst>
          </p:cNvPr>
          <p:cNvSpPr txBox="1">
            <a:spLocks/>
          </p:cNvSpPr>
          <p:nvPr/>
        </p:nvSpPr>
        <p:spPr>
          <a:xfrm>
            <a:off x="850857" y="1002188"/>
            <a:ext cx="10490285" cy="4636672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fr-FR" sz="36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r>
              <a:rPr lang="fr-FR" sz="3600" b="1" baseline="30000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nd</a:t>
            </a:r>
            <a:r>
              <a:rPr lang="fr-FR" sz="36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 modèle :</a:t>
            </a:r>
          </a:p>
          <a:p>
            <a:pPr>
              <a:spcBef>
                <a:spcPts val="0"/>
              </a:spcBef>
            </a:pPr>
            <a:br>
              <a:rPr lang="fr-FR" sz="45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</a:br>
            <a:endParaRPr lang="fr-FR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" name="Google Shape;63;p14">
            <a:extLst>
              <a:ext uri="{FF2B5EF4-FFF2-40B4-BE49-F238E27FC236}">
                <a16:creationId xmlns:a16="http://schemas.microsoft.com/office/drawing/2014/main" id="{F59C010E-11F9-56F2-6B75-BBA287C3AA6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500D32E6-D0D4-4958-A594-2D9C1CE29939}"/>
              </a:ext>
            </a:extLst>
          </p:cNvPr>
          <p:cNvSpPr txBox="1"/>
          <p:nvPr/>
        </p:nvSpPr>
        <p:spPr>
          <a:xfrm>
            <a:off x="3886910" y="217358"/>
            <a:ext cx="745423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fr-FR" sz="2400" dirty="0"/>
              <a:t>Bert-</a:t>
            </a:r>
            <a:r>
              <a:rPr lang="fr-FR" sz="2400" dirty="0" err="1"/>
              <a:t>tiny</a:t>
            </a:r>
            <a:r>
              <a:rPr lang="fr-FR" sz="2400" dirty="0"/>
              <a:t>-</a:t>
            </a:r>
            <a:r>
              <a:rPr lang="fr-FR" sz="2400" dirty="0" err="1"/>
              <a:t>fintuned</a:t>
            </a:r>
            <a:r>
              <a:rPr lang="fr-FR" sz="2400" dirty="0"/>
              <a:t>-sms-spam-</a:t>
            </a:r>
            <a:r>
              <a:rPr lang="fr-FR" sz="2400" dirty="0" err="1"/>
              <a:t>detection</a:t>
            </a:r>
            <a:r>
              <a:rPr lang="fr-FR" sz="2400" dirty="0"/>
              <a:t> modèle allégé de Bert</a:t>
            </a:r>
          </a:p>
          <a:p>
            <a:pPr marL="342900" indent="-342900">
              <a:buFontTx/>
              <a:buChar char="-"/>
            </a:pPr>
            <a:r>
              <a:rPr lang="fr-FR" sz="2400" dirty="0"/>
              <a:t>Modèle déjà pré-entrainé SPAM/HAM</a:t>
            </a:r>
          </a:p>
          <a:p>
            <a:pPr marL="342900" indent="-342900">
              <a:buFontTx/>
              <a:buChar char="-"/>
            </a:pPr>
            <a:r>
              <a:rPr lang="fr-FR" sz="2400" dirty="0" err="1"/>
              <a:t>embedding</a:t>
            </a:r>
            <a:r>
              <a:rPr lang="fr-FR" sz="2400" dirty="0"/>
              <a:t> effectué</a:t>
            </a:r>
          </a:p>
          <a:p>
            <a:pPr marL="342900" indent="-342900">
              <a:buFontTx/>
              <a:buChar char="-"/>
            </a:pPr>
            <a:r>
              <a:rPr lang="fr-FR" sz="2400" dirty="0"/>
              <a:t>6 400 608 paramètres</a:t>
            </a:r>
            <a:endParaRPr lang="fr-FR" dirty="0"/>
          </a:p>
          <a:p>
            <a:pPr marL="342900" indent="-342900">
              <a:buFontTx/>
              <a:buChar char="-"/>
            </a:pPr>
            <a:endParaRPr lang="fr-FR" sz="24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409E4266-29F4-24EB-8E47-2F8B1349F0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0644" y="2251055"/>
            <a:ext cx="5275414" cy="4389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747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DAD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7B6607-01EC-FA88-A5AB-728B1C9BA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54;p13">
            <a:extLst>
              <a:ext uri="{FF2B5EF4-FFF2-40B4-BE49-F238E27FC236}">
                <a16:creationId xmlns:a16="http://schemas.microsoft.com/office/drawing/2014/main" id="{231863AD-3E42-BC3A-2BC0-60050264C08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35475" y="1710025"/>
            <a:ext cx="2794306" cy="61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Conclusion</a:t>
            </a:r>
            <a:endParaRPr sz="40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1" name="Google Shape;56;p13">
            <a:extLst>
              <a:ext uri="{FF2B5EF4-FFF2-40B4-BE49-F238E27FC236}">
                <a16:creationId xmlns:a16="http://schemas.microsoft.com/office/drawing/2014/main" id="{BA3146BD-9AE2-69EA-BD4E-317D0932B23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0550" y="787375"/>
            <a:ext cx="973275" cy="6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2C552557-4D3F-FF01-A2FD-72174CD5B210}"/>
              </a:ext>
            </a:extLst>
          </p:cNvPr>
          <p:cNvSpPr txBox="1"/>
          <p:nvPr/>
        </p:nvSpPr>
        <p:spPr>
          <a:xfrm>
            <a:off x="3417901" y="1623662"/>
            <a:ext cx="829231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0E3449"/>
                </a:solidFill>
                <a:latin typeface="Inter SemiBold"/>
                <a:ea typeface="Inter SemiBold"/>
              </a:rPr>
              <a:t>Bert-</a:t>
            </a:r>
            <a:r>
              <a:rPr lang="fr-FR" sz="1600" dirty="0" err="1">
                <a:solidFill>
                  <a:srgbClr val="0E3449"/>
                </a:solidFill>
                <a:latin typeface="Inter SemiBold"/>
                <a:ea typeface="Inter SemiBold"/>
              </a:rPr>
              <a:t>Tiny</a:t>
            </a:r>
            <a:r>
              <a:rPr lang="fr-FR" sz="1600" dirty="0">
                <a:solidFill>
                  <a:srgbClr val="0E3449"/>
                </a:solidFill>
                <a:latin typeface="Inter SemiBold"/>
                <a:ea typeface="Inter SemiBold"/>
              </a:rPr>
              <a:t> améliore sensiblement les résultats </a:t>
            </a:r>
          </a:p>
          <a:p>
            <a:pPr marL="742950" lvl="1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0E3449"/>
                </a:solidFill>
                <a:latin typeface="Inter SemiBold"/>
                <a:ea typeface="Inter SemiBold"/>
              </a:rPr>
              <a:t>3 FP reste à 3 FP</a:t>
            </a:r>
          </a:p>
          <a:p>
            <a:pPr marL="742950" lvl="1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rgbClr val="0E3449"/>
              </a:solidFill>
              <a:latin typeface="Inter SemiBold"/>
              <a:ea typeface="Inter SemiBold"/>
            </a:endParaRPr>
          </a:p>
          <a:p>
            <a:pPr marL="742950" lvl="1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0E3449"/>
                </a:solidFill>
                <a:latin typeface="Inter SemiBold"/>
                <a:ea typeface="Inter SemiBold"/>
              </a:rPr>
              <a:t>134 VP passe à 141 VP</a:t>
            </a:r>
            <a:br>
              <a:rPr lang="fr-FR" sz="1600" dirty="0">
                <a:solidFill>
                  <a:srgbClr val="0E3449"/>
                </a:solidFill>
                <a:latin typeface="Inter SemiBold"/>
                <a:ea typeface="Inter SemiBold"/>
              </a:rPr>
            </a:br>
            <a:endParaRPr lang="fr-FR" sz="1600" dirty="0">
              <a:solidFill>
                <a:srgbClr val="0E3449"/>
              </a:solidFill>
              <a:latin typeface="Inter SemiBold"/>
              <a:ea typeface="Inter SemiBold"/>
            </a:endParaRPr>
          </a:p>
          <a:p>
            <a:pPr lvl="1">
              <a:buClr>
                <a:schemeClr val="bg1"/>
              </a:buClr>
            </a:pPr>
            <a:r>
              <a:rPr lang="fr-FR" sz="1600" dirty="0">
                <a:solidFill>
                  <a:srgbClr val="0E3449"/>
                </a:solidFill>
                <a:latin typeface="Inter SemiBold"/>
                <a:ea typeface="Inter SemiBold"/>
              </a:rPr>
              <a:t>La durée de traitement pour un résultat </a:t>
            </a:r>
            <a:r>
              <a:rPr lang="fr-FR" sz="1600">
                <a:solidFill>
                  <a:srgbClr val="0E3449"/>
                </a:solidFill>
                <a:latin typeface="Inter SemiBold"/>
                <a:ea typeface="Inter SemiBold"/>
              </a:rPr>
              <a:t>sensiblement meilleur </a:t>
            </a:r>
            <a:r>
              <a:rPr lang="fr-FR" sz="1600" dirty="0">
                <a:solidFill>
                  <a:srgbClr val="0E3449"/>
                </a:solidFill>
                <a:latin typeface="Inter SemiBold"/>
                <a:ea typeface="Inter SemiBold"/>
              </a:rPr>
              <a:t>niveau détection SPAM reste à évaluer par le client selon ses priorités.</a:t>
            </a:r>
          </a:p>
          <a:p>
            <a:pPr lvl="1">
              <a:buClr>
                <a:schemeClr val="bg1"/>
              </a:buClr>
            </a:pPr>
            <a:endParaRPr lang="fr-FR" sz="1600" dirty="0">
              <a:solidFill>
                <a:srgbClr val="0E3449"/>
              </a:solidFill>
              <a:latin typeface="Inter SemiBold"/>
              <a:ea typeface="Inter SemiBold"/>
            </a:endParaRPr>
          </a:p>
          <a:p>
            <a:pPr lvl="1">
              <a:buClr>
                <a:schemeClr val="bg1"/>
              </a:buClr>
            </a:pPr>
            <a:r>
              <a:rPr lang="fr-FR" sz="1600" dirty="0">
                <a:solidFill>
                  <a:srgbClr val="0E3449"/>
                </a:solidFill>
                <a:latin typeface="Inter SemiBold"/>
                <a:ea typeface="Inter SemiBold"/>
              </a:rPr>
              <a:t>Il faudra effectuer des tests avec des données plus nombreuses car le </a:t>
            </a:r>
            <a:r>
              <a:rPr lang="fr-FR" sz="1600" dirty="0" err="1">
                <a:solidFill>
                  <a:srgbClr val="0E3449"/>
                </a:solidFill>
                <a:latin typeface="Inter SemiBold"/>
                <a:ea typeface="Inter SemiBold"/>
              </a:rPr>
              <a:t>dataset</a:t>
            </a:r>
            <a:r>
              <a:rPr lang="fr-FR" sz="1600" dirty="0">
                <a:solidFill>
                  <a:srgbClr val="0E3449"/>
                </a:solidFill>
                <a:latin typeface="Inter SemiBold"/>
                <a:ea typeface="Inter SemiBold"/>
              </a:rPr>
              <a:t> est plutôt restreint.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39861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DAD2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>
            <a:spLocks noGrp="1"/>
          </p:cNvSpPr>
          <p:nvPr>
            <p:ph type="ctrTitle" idx="4294967295"/>
          </p:nvPr>
        </p:nvSpPr>
        <p:spPr>
          <a:xfrm>
            <a:off x="1681433" y="828208"/>
            <a:ext cx="7086800" cy="931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fr" sz="7466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Merci de votre  attention ! </a:t>
            </a:r>
            <a:endParaRPr sz="7466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1" name="Google Shape;11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4834" y="4008833"/>
            <a:ext cx="6132399" cy="2849168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9"/>
          <p:cNvSpPr txBox="1">
            <a:spLocks noGrp="1"/>
          </p:cNvSpPr>
          <p:nvPr>
            <p:ph type="ctrTitle" idx="4294967295"/>
          </p:nvPr>
        </p:nvSpPr>
        <p:spPr>
          <a:xfrm>
            <a:off x="1699685" y="3474724"/>
            <a:ext cx="7086800" cy="931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fr" sz="3200" dirty="0">
                <a:solidFill>
                  <a:srgbClr val="0E3449"/>
                </a:solidFill>
                <a:latin typeface="Inter Medium"/>
                <a:ea typeface="Inter Medium"/>
                <a:cs typeface="Inter Medium"/>
                <a:sym typeface="Inter Medium"/>
              </a:rPr>
              <a:t>Temps d’échange</a:t>
            </a:r>
            <a:endParaRPr sz="3200" dirty="0">
              <a:solidFill>
                <a:srgbClr val="0E344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113" name="Google Shape;11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7833" y="643803"/>
            <a:ext cx="769200" cy="514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</TotalTime>
  <Words>178</Words>
  <Application>Microsoft Office PowerPoint</Application>
  <PresentationFormat>Grand écran</PresentationFormat>
  <Paragraphs>33</Paragraphs>
  <Slides>8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Inter</vt:lpstr>
      <vt:lpstr>Inter Medium</vt:lpstr>
      <vt:lpstr>Inter SemiBold</vt:lpstr>
      <vt:lpstr>Thème Office</vt:lpstr>
      <vt:lpstr>AT&amp;T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Conclusion</vt:lpstr>
      <vt:lpstr>Merci de votre  attention 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François MINARET</dc:creator>
  <cp:lastModifiedBy>François MINARET</cp:lastModifiedBy>
  <cp:revision>1</cp:revision>
  <dcterms:created xsi:type="dcterms:W3CDTF">2025-10-11T09:52:16Z</dcterms:created>
  <dcterms:modified xsi:type="dcterms:W3CDTF">2025-11-18T17:34:38Z</dcterms:modified>
</cp:coreProperties>
</file>